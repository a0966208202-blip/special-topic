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592" r:id="rId2"/>
    <p:sldId id="657" r:id="rId3"/>
    <p:sldId id="678" r:id="rId4"/>
    <p:sldId id="671" r:id="rId5"/>
    <p:sldId id="680" r:id="rId6"/>
    <p:sldId id="679" r:id="rId7"/>
    <p:sldId id="683" r:id="rId8"/>
    <p:sldId id="682" r:id="rId9"/>
    <p:sldId id="681" r:id="rId10"/>
    <p:sldId id="684" r:id="rId11"/>
    <p:sldId id="686" r:id="rId12"/>
    <p:sldId id="685" r:id="rId13"/>
    <p:sldId id="687" r:id="rId14"/>
    <p:sldId id="688" r:id="rId15"/>
    <p:sldId id="677" r:id="rId16"/>
    <p:sldId id="689"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89567D82-5859-4B9C-B4C1-A3349895AFC4}">
          <p14:sldIdLst>
            <p14:sldId id="592"/>
            <p14:sldId id="657"/>
            <p14:sldId id="678"/>
            <p14:sldId id="671"/>
            <p14:sldId id="680"/>
            <p14:sldId id="679"/>
            <p14:sldId id="683"/>
            <p14:sldId id="682"/>
            <p14:sldId id="681"/>
            <p14:sldId id="684"/>
            <p14:sldId id="686"/>
            <p14:sldId id="685"/>
            <p14:sldId id="687"/>
            <p14:sldId id="688"/>
            <p14:sldId id="677"/>
            <p14:sldId id="6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廷安 張" initials="廷安" lastIdx="1" clrIdx="0">
    <p:extLst>
      <p:ext uri="{19B8F6BF-5375-455C-9EA6-DF929625EA0E}">
        <p15:presenceInfo xmlns:p15="http://schemas.microsoft.com/office/powerpoint/2012/main" userId="55319b3ea971a3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FFFFFF"/>
    <a:srgbClr val="6FC1D7"/>
    <a:srgbClr val="3FABC9"/>
    <a:srgbClr val="FF99CC"/>
    <a:srgbClr val="35A0BD"/>
    <a:srgbClr val="2E75B6"/>
    <a:srgbClr val="5B9BD5"/>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C7BC23-973A-4E36-931E-0190FF2A00A9}" v="37" dt="2025-01-09T06:00:42.840"/>
  </p1510:revLst>
</p1510:revInfo>
</file>

<file path=ppt/tableStyles.xml><?xml version="1.0" encoding="utf-8"?>
<a:tblStyleLst xmlns:a="http://schemas.openxmlformats.org/drawingml/2006/main" def="{5C22544A-7EE6-4342-B048-85BDC9FD1C3A}">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6000" autoAdjust="0"/>
  </p:normalViewPr>
  <p:slideViewPr>
    <p:cSldViewPr snapToGrid="0">
      <p:cViewPr varScale="1">
        <p:scale>
          <a:sx n="102" d="100"/>
          <a:sy n="102" d="100"/>
        </p:scale>
        <p:origin x="942" y="10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11312030 劉祐誠" userId="e73f116081f12ee1" providerId="LiveId" clId="{5E537FA5-DB35-4EE2-935A-F2ACDE49E9DD}"/>
    <pc:docChg chg="undo redo custSel addSld delSld modSld sldOrd modSection">
      <pc:chgData name="M11312030 劉祐誠" userId="e73f116081f12ee1" providerId="LiveId" clId="{5E537FA5-DB35-4EE2-935A-F2ACDE49E9DD}" dt="2025-01-02T09:11:28.970" v="3303" actId="20577"/>
      <pc:docMkLst>
        <pc:docMk/>
      </pc:docMkLst>
      <pc:sldChg chg="addSp delSp modSp mod">
        <pc:chgData name="M11312030 劉祐誠" userId="e73f116081f12ee1" providerId="LiveId" clId="{5E537FA5-DB35-4EE2-935A-F2ACDE49E9DD}" dt="2024-12-23T05:23:18.046" v="40" actId="1076"/>
        <pc:sldMkLst>
          <pc:docMk/>
          <pc:sldMk cId="2827891356" sldId="592"/>
        </pc:sldMkLst>
        <pc:spChg chg="mod">
          <ac:chgData name="M11312030 劉祐誠" userId="e73f116081f12ee1" providerId="LiveId" clId="{5E537FA5-DB35-4EE2-935A-F2ACDE49E9DD}" dt="2024-12-23T05:23:06.580" v="36" actId="1076"/>
          <ac:spMkLst>
            <pc:docMk/>
            <pc:sldMk cId="2827891356" sldId="592"/>
            <ac:spMk id="2" creationId="{D59B92E0-9576-D533-5BE2-81ECF2C4FB7B}"/>
          </ac:spMkLst>
        </pc:spChg>
        <pc:spChg chg="mod">
          <ac:chgData name="M11312030 劉祐誠" userId="e73f116081f12ee1" providerId="LiveId" clId="{5E537FA5-DB35-4EE2-935A-F2ACDE49E9DD}" dt="2024-12-23T05:23:09.660" v="37" actId="1076"/>
          <ac:spMkLst>
            <pc:docMk/>
            <pc:sldMk cId="2827891356" sldId="592"/>
            <ac:spMk id="3" creationId="{9DFD28AD-4955-331D-6097-3673466161E7}"/>
          </ac:spMkLst>
        </pc:spChg>
        <pc:spChg chg="add mod">
          <ac:chgData name="M11312030 劉祐誠" userId="e73f116081f12ee1" providerId="LiveId" clId="{5E537FA5-DB35-4EE2-935A-F2ACDE49E9DD}" dt="2024-12-23T05:23:18.046" v="40" actId="1076"/>
          <ac:spMkLst>
            <pc:docMk/>
            <pc:sldMk cId="2827891356" sldId="592"/>
            <ac:spMk id="6" creationId="{05FE8B69-52D8-0286-D9B0-8EE4276462EB}"/>
          </ac:spMkLst>
        </pc:spChg>
      </pc:sldChg>
      <pc:sldChg chg="addSp delSp modSp mod">
        <pc:chgData name="M11312030 劉祐誠" userId="e73f116081f12ee1" providerId="LiveId" clId="{5E537FA5-DB35-4EE2-935A-F2ACDE49E9DD}" dt="2025-01-01T07:51:01.362" v="2310" actId="20577"/>
        <pc:sldMkLst>
          <pc:docMk/>
          <pc:sldMk cId="4120336946" sldId="671"/>
        </pc:sldMkLst>
        <pc:spChg chg="mod">
          <ac:chgData name="M11312030 劉祐誠" userId="e73f116081f12ee1" providerId="LiveId" clId="{5E537FA5-DB35-4EE2-935A-F2ACDE49E9DD}" dt="2024-12-23T05:34:18.581" v="123" actId="164"/>
          <ac:spMkLst>
            <pc:docMk/>
            <pc:sldMk cId="4120336946" sldId="671"/>
            <ac:spMk id="3" creationId="{776EB5D0-C68D-06E3-61A9-2190EFCA30AD}"/>
          </ac:spMkLst>
        </pc:spChg>
        <pc:spChg chg="add mod">
          <ac:chgData name="M11312030 劉祐誠" userId="e73f116081f12ee1" providerId="LiveId" clId="{5E537FA5-DB35-4EE2-935A-F2ACDE49E9DD}" dt="2024-12-30T08:15:37.289" v="1108" actId="1076"/>
          <ac:spMkLst>
            <pc:docMk/>
            <pc:sldMk cId="4120336946" sldId="671"/>
            <ac:spMk id="5" creationId="{2CCB35A5-6392-D418-BB11-C6FD45449B0F}"/>
          </ac:spMkLst>
        </pc:spChg>
        <pc:spChg chg="add mod">
          <ac:chgData name="M11312030 劉祐誠" userId="e73f116081f12ee1" providerId="LiveId" clId="{5E537FA5-DB35-4EE2-935A-F2ACDE49E9DD}" dt="2024-12-30T08:37:00.446" v="1263" actId="1076"/>
          <ac:spMkLst>
            <pc:docMk/>
            <pc:sldMk cId="4120336946" sldId="671"/>
            <ac:spMk id="6" creationId="{4249D472-8A9B-C047-A0FE-EC74603F76D4}"/>
          </ac:spMkLst>
        </pc:spChg>
        <pc:spChg chg="mod">
          <ac:chgData name="M11312030 劉祐誠" userId="e73f116081f12ee1" providerId="LiveId" clId="{5E537FA5-DB35-4EE2-935A-F2ACDE49E9DD}" dt="2024-12-26T06:07:29.655" v="267" actId="20577"/>
          <ac:spMkLst>
            <pc:docMk/>
            <pc:sldMk cId="4120336946" sldId="671"/>
            <ac:spMk id="12" creationId="{00000000-0000-0000-0000-000000000000}"/>
          </ac:spMkLst>
        </pc:spChg>
        <pc:spChg chg="mod">
          <ac:chgData name="M11312030 劉祐誠" userId="e73f116081f12ee1" providerId="LiveId" clId="{5E537FA5-DB35-4EE2-935A-F2ACDE49E9DD}" dt="2024-12-29T13:16:59.817" v="1016" actId="1076"/>
          <ac:spMkLst>
            <pc:docMk/>
            <pc:sldMk cId="4120336946" sldId="671"/>
            <ac:spMk id="16" creationId="{32803F8A-D427-C598-6721-EA55CE44E498}"/>
          </ac:spMkLst>
        </pc:spChg>
        <pc:spChg chg="mod">
          <ac:chgData name="M11312030 劉祐誠" userId="e73f116081f12ee1" providerId="LiveId" clId="{5E537FA5-DB35-4EE2-935A-F2ACDE49E9DD}" dt="2024-12-23T05:34:53.129" v="129" actId="108"/>
          <ac:spMkLst>
            <pc:docMk/>
            <pc:sldMk cId="4120336946" sldId="671"/>
            <ac:spMk id="18" creationId="{BA260287-BB86-16E2-9DC6-F43395F43E88}"/>
          </ac:spMkLst>
        </pc:spChg>
        <pc:spChg chg="mod">
          <ac:chgData name="M11312030 劉祐誠" userId="e73f116081f12ee1" providerId="LiveId" clId="{5E537FA5-DB35-4EE2-935A-F2ACDE49E9DD}" dt="2024-12-23T05:34:18.581" v="123" actId="164"/>
          <ac:spMkLst>
            <pc:docMk/>
            <pc:sldMk cId="4120336946" sldId="671"/>
            <ac:spMk id="19" creationId="{B5BEBC6F-F7A6-773B-1DB3-A0F0BCF8D659}"/>
          </ac:spMkLst>
        </pc:spChg>
        <pc:spChg chg="mod">
          <ac:chgData name="M11312030 劉祐誠" userId="e73f116081f12ee1" providerId="LiveId" clId="{5E537FA5-DB35-4EE2-935A-F2ACDE49E9DD}" dt="2024-12-23T05:34:18.581" v="123" actId="164"/>
          <ac:spMkLst>
            <pc:docMk/>
            <pc:sldMk cId="4120336946" sldId="671"/>
            <ac:spMk id="20" creationId="{28205482-450D-9566-374F-A77623E70F5B}"/>
          </ac:spMkLst>
        </pc:spChg>
        <pc:spChg chg="mod">
          <ac:chgData name="M11312030 劉祐誠" userId="e73f116081f12ee1" providerId="LiveId" clId="{5E537FA5-DB35-4EE2-935A-F2ACDE49E9DD}" dt="2024-12-23T05:34:18.581" v="123" actId="164"/>
          <ac:spMkLst>
            <pc:docMk/>
            <pc:sldMk cId="4120336946" sldId="671"/>
            <ac:spMk id="22" creationId="{F3359B17-D591-AEFE-3E1A-03621F497851}"/>
          </ac:spMkLst>
        </pc:spChg>
        <pc:spChg chg="mod">
          <ac:chgData name="M11312030 劉祐誠" userId="e73f116081f12ee1" providerId="LiveId" clId="{5E537FA5-DB35-4EE2-935A-F2ACDE49E9DD}" dt="2024-12-23T05:34:18.581" v="123" actId="164"/>
          <ac:spMkLst>
            <pc:docMk/>
            <pc:sldMk cId="4120336946" sldId="671"/>
            <ac:spMk id="23" creationId="{8CA5AE55-4A2C-1B83-2AAB-646CF8C7E0AB}"/>
          </ac:spMkLst>
        </pc:spChg>
        <pc:spChg chg="mod">
          <ac:chgData name="M11312030 劉祐誠" userId="e73f116081f12ee1" providerId="LiveId" clId="{5E537FA5-DB35-4EE2-935A-F2ACDE49E9DD}" dt="2024-12-23T05:35:12.344" v="133" actId="14100"/>
          <ac:spMkLst>
            <pc:docMk/>
            <pc:sldMk cId="4120336946" sldId="671"/>
            <ac:spMk id="24" creationId="{ED1F91C2-0D0E-AB2C-EE0F-248501397057}"/>
          </ac:spMkLst>
        </pc:spChg>
        <pc:spChg chg="mod">
          <ac:chgData name="M11312030 劉祐誠" userId="e73f116081f12ee1" providerId="LiveId" clId="{5E537FA5-DB35-4EE2-935A-F2ACDE49E9DD}" dt="2024-12-23T05:35:31.616" v="136" actId="108"/>
          <ac:spMkLst>
            <pc:docMk/>
            <pc:sldMk cId="4120336946" sldId="671"/>
            <ac:spMk id="25" creationId="{0580FE3F-FDE5-E22C-9EE5-B42D2CD6C252}"/>
          </ac:spMkLst>
        </pc:spChg>
        <pc:spChg chg="add mod">
          <ac:chgData name="M11312030 劉祐誠" userId="e73f116081f12ee1" providerId="LiveId" clId="{5E537FA5-DB35-4EE2-935A-F2ACDE49E9DD}" dt="2024-12-30T08:37:17.575" v="1267" actId="1076"/>
          <ac:spMkLst>
            <pc:docMk/>
            <pc:sldMk cId="4120336946" sldId="671"/>
            <ac:spMk id="27" creationId="{E2D1A6C0-1088-2841-25DF-CA05BE2F1625}"/>
          </ac:spMkLst>
        </pc:spChg>
        <pc:spChg chg="add mod">
          <ac:chgData name="M11312030 劉祐誠" userId="e73f116081f12ee1" providerId="LiveId" clId="{5E537FA5-DB35-4EE2-935A-F2ACDE49E9DD}" dt="2024-12-30T08:37:17.575" v="1267" actId="1076"/>
          <ac:spMkLst>
            <pc:docMk/>
            <pc:sldMk cId="4120336946" sldId="671"/>
            <ac:spMk id="29" creationId="{C5BA240D-3682-3DC5-81E5-44DE971EF53D}"/>
          </ac:spMkLst>
        </pc:spChg>
        <pc:spChg chg="add mod">
          <ac:chgData name="M11312030 劉祐誠" userId="e73f116081f12ee1" providerId="LiveId" clId="{5E537FA5-DB35-4EE2-935A-F2ACDE49E9DD}" dt="2025-01-01T07:51:01.362" v="2310" actId="20577"/>
          <ac:spMkLst>
            <pc:docMk/>
            <pc:sldMk cId="4120336946" sldId="671"/>
            <ac:spMk id="30" creationId="{344E52BE-37A8-C74A-168B-9CEE93356EA3}"/>
          </ac:spMkLst>
        </pc:spChg>
        <pc:spChg chg="add mod">
          <ac:chgData name="M11312030 劉祐誠" userId="e73f116081f12ee1" providerId="LiveId" clId="{5E537FA5-DB35-4EE2-935A-F2ACDE49E9DD}" dt="2024-12-30T08:37:17.575" v="1267" actId="1076"/>
          <ac:spMkLst>
            <pc:docMk/>
            <pc:sldMk cId="4120336946" sldId="671"/>
            <ac:spMk id="31" creationId="{2E97C102-179C-B3E7-DFFB-12143A247DE6}"/>
          </ac:spMkLst>
        </pc:spChg>
        <pc:spChg chg="add mod">
          <ac:chgData name="M11312030 劉祐誠" userId="e73f116081f12ee1" providerId="LiveId" clId="{5E537FA5-DB35-4EE2-935A-F2ACDE49E9DD}" dt="2024-12-31T08:42:56.771" v="1270" actId="1076"/>
          <ac:spMkLst>
            <pc:docMk/>
            <pc:sldMk cId="4120336946" sldId="671"/>
            <ac:spMk id="39" creationId="{C77D5759-2A1A-6E3B-B7CB-3D40B6261282}"/>
          </ac:spMkLst>
        </pc:spChg>
        <pc:spChg chg="add mod">
          <ac:chgData name="M11312030 劉祐誠" userId="e73f116081f12ee1" providerId="LiveId" clId="{5E537FA5-DB35-4EE2-935A-F2ACDE49E9DD}" dt="2024-12-30T08:36:50.991" v="1262" actId="14100"/>
          <ac:spMkLst>
            <pc:docMk/>
            <pc:sldMk cId="4120336946" sldId="671"/>
            <ac:spMk id="40" creationId="{E92083AA-5969-031C-9798-68FC29055C09}"/>
          </ac:spMkLst>
        </pc:spChg>
        <pc:spChg chg="add mod">
          <ac:chgData name="M11312030 劉祐誠" userId="e73f116081f12ee1" providerId="LiveId" clId="{5E537FA5-DB35-4EE2-935A-F2ACDE49E9DD}" dt="2025-01-01T07:50:54.150" v="2308" actId="20577"/>
          <ac:spMkLst>
            <pc:docMk/>
            <pc:sldMk cId="4120336946" sldId="671"/>
            <ac:spMk id="41" creationId="{C3985FC9-AC43-1023-EF8B-0E5D5A638E82}"/>
          </ac:spMkLst>
        </pc:spChg>
        <pc:spChg chg="add mod">
          <ac:chgData name="M11312030 劉祐誠" userId="e73f116081f12ee1" providerId="LiveId" clId="{5E537FA5-DB35-4EE2-935A-F2ACDE49E9DD}" dt="2024-12-30T08:37:00.446" v="1263" actId="1076"/>
          <ac:spMkLst>
            <pc:docMk/>
            <pc:sldMk cId="4120336946" sldId="671"/>
            <ac:spMk id="42" creationId="{3EEB795F-2F0C-E311-BF2B-D0CA13FCD898}"/>
          </ac:spMkLst>
        </pc:spChg>
        <pc:spChg chg="add mod">
          <ac:chgData name="M11312030 劉祐誠" userId="e73f116081f12ee1" providerId="LiveId" clId="{5E537FA5-DB35-4EE2-935A-F2ACDE49E9DD}" dt="2024-12-30T08:36:50.991" v="1262" actId="14100"/>
          <ac:spMkLst>
            <pc:docMk/>
            <pc:sldMk cId="4120336946" sldId="671"/>
            <ac:spMk id="60" creationId="{49773380-89C8-BFFD-0297-7BE1D1CFC5C4}"/>
          </ac:spMkLst>
        </pc:spChg>
        <pc:spChg chg="add mod">
          <ac:chgData name="M11312030 劉祐誠" userId="e73f116081f12ee1" providerId="LiveId" clId="{5E537FA5-DB35-4EE2-935A-F2ACDE49E9DD}" dt="2024-12-30T08:37:22.134" v="1268" actId="1076"/>
          <ac:spMkLst>
            <pc:docMk/>
            <pc:sldMk cId="4120336946" sldId="671"/>
            <ac:spMk id="63" creationId="{6F293183-87AE-4183-BF34-057E47DE70D0}"/>
          </ac:spMkLst>
        </pc:spChg>
        <pc:grpChg chg="add mod">
          <ac:chgData name="M11312030 劉祐誠" userId="e73f116081f12ee1" providerId="LiveId" clId="{5E537FA5-DB35-4EE2-935A-F2ACDE49E9DD}" dt="2024-12-29T13:15:16.209" v="991" actId="1076"/>
          <ac:grpSpMkLst>
            <pc:docMk/>
            <pc:sldMk cId="4120336946" sldId="671"/>
            <ac:grpSpMk id="2" creationId="{64C4D75C-78EE-BBD4-3286-AD0C45729322}"/>
          </ac:grpSpMkLst>
        </pc:grpChg>
        <pc:grpChg chg="add mod">
          <ac:chgData name="M11312030 劉祐誠" userId="e73f116081f12ee1" providerId="LiveId" clId="{5E537FA5-DB35-4EE2-935A-F2ACDE49E9DD}" dt="2024-12-29T13:15:11.048" v="990" actId="1076"/>
          <ac:grpSpMkLst>
            <pc:docMk/>
            <pc:sldMk cId="4120336946" sldId="671"/>
            <ac:grpSpMk id="17" creationId="{485826DB-C09A-3DB3-BF0F-CA50A97A0778}"/>
          </ac:grpSpMkLst>
        </pc:grpChg>
        <pc:cxnChg chg="mod">
          <ac:chgData name="M11312030 劉祐誠" userId="e73f116081f12ee1" providerId="LiveId" clId="{5E537FA5-DB35-4EE2-935A-F2ACDE49E9DD}" dt="2024-12-26T06:07:28.754" v="266" actId="20577"/>
          <ac:cxnSpMkLst>
            <pc:docMk/>
            <pc:sldMk cId="4120336946" sldId="671"/>
            <ac:cxnSpMk id="13" creationId="{00000000-0000-0000-0000-000000000000}"/>
          </ac:cxnSpMkLst>
        </pc:cxnChg>
        <pc:cxnChg chg="add mod">
          <ac:chgData name="M11312030 劉祐誠" userId="e73f116081f12ee1" providerId="LiveId" clId="{5E537FA5-DB35-4EE2-935A-F2ACDE49E9DD}" dt="2024-12-30T08:37:17.575" v="1267" actId="1076"/>
          <ac:cxnSpMkLst>
            <pc:docMk/>
            <pc:sldMk cId="4120336946" sldId="671"/>
            <ac:cxnSpMk id="28" creationId="{7504D5E8-78E1-403A-86B7-E0FF88CE24EE}"/>
          </ac:cxnSpMkLst>
        </pc:cxnChg>
        <pc:cxnChg chg="add mod">
          <ac:chgData name="M11312030 劉祐誠" userId="e73f116081f12ee1" providerId="LiveId" clId="{5E537FA5-DB35-4EE2-935A-F2ACDE49E9DD}" dt="2024-12-30T08:37:17.575" v="1267" actId="1076"/>
          <ac:cxnSpMkLst>
            <pc:docMk/>
            <pc:sldMk cId="4120336946" sldId="671"/>
            <ac:cxnSpMk id="33" creationId="{858F7892-A7DD-C991-3A04-B3542A42B5D7}"/>
          </ac:cxnSpMkLst>
        </pc:cxnChg>
        <pc:cxnChg chg="add mod">
          <ac:chgData name="M11312030 劉祐誠" userId="e73f116081f12ee1" providerId="LiveId" clId="{5E537FA5-DB35-4EE2-935A-F2ACDE49E9DD}" dt="2024-12-30T08:37:17.575" v="1267" actId="1076"/>
          <ac:cxnSpMkLst>
            <pc:docMk/>
            <pc:sldMk cId="4120336946" sldId="671"/>
            <ac:cxnSpMk id="35" creationId="{D3354A8E-D688-AFEC-501A-32FF32F9C938}"/>
          </ac:cxnSpMkLst>
        </pc:cxnChg>
        <pc:cxnChg chg="add mod">
          <ac:chgData name="M11312030 劉祐誠" userId="e73f116081f12ee1" providerId="LiveId" clId="{5E537FA5-DB35-4EE2-935A-F2ACDE49E9DD}" dt="2024-12-29T13:15:20.222" v="992" actId="1076"/>
          <ac:cxnSpMkLst>
            <pc:docMk/>
            <pc:sldMk cId="4120336946" sldId="671"/>
            <ac:cxnSpMk id="38" creationId="{FDF90D1E-52CA-E634-C1A8-33129B231CCF}"/>
          </ac:cxnSpMkLst>
        </pc:cxnChg>
      </pc:sldChg>
      <pc:sldChg chg="new del">
        <pc:chgData name="M11312030 劉祐誠" userId="e73f116081f12ee1" providerId="LiveId" clId="{5E537FA5-DB35-4EE2-935A-F2ACDE49E9DD}" dt="2024-12-23T05:42:50.732" v="156" actId="680"/>
        <pc:sldMkLst>
          <pc:docMk/>
          <pc:sldMk cId="1623991632" sldId="678"/>
        </pc:sldMkLst>
      </pc:sldChg>
      <pc:sldChg chg="addSp delSp modSp add mod">
        <pc:chgData name="M11312030 劉祐誠" userId="e73f116081f12ee1" providerId="LiveId" clId="{5E537FA5-DB35-4EE2-935A-F2ACDE49E9DD}" dt="2024-12-29T12:50:06.311" v="536"/>
        <pc:sldMkLst>
          <pc:docMk/>
          <pc:sldMk cId="2427498306" sldId="678"/>
        </pc:sldMkLst>
        <pc:spChg chg="mod">
          <ac:chgData name="M11312030 劉祐誠" userId="e73f116081f12ee1" providerId="LiveId" clId="{5E537FA5-DB35-4EE2-935A-F2ACDE49E9DD}" dt="2024-12-29T12:50:06.311" v="536"/>
          <ac:spMkLst>
            <pc:docMk/>
            <pc:sldMk cId="2427498306" sldId="678"/>
            <ac:spMk id="29" creationId="{695EDA7F-4197-3B14-6D53-D7702919D8F2}"/>
          </ac:spMkLst>
        </pc:spChg>
        <pc:spChg chg="add mod">
          <ac:chgData name="M11312030 劉祐誠" userId="e73f116081f12ee1" providerId="LiveId" clId="{5E537FA5-DB35-4EE2-935A-F2ACDE49E9DD}" dt="2024-12-23T06:01:13.896" v="251" actId="1076"/>
          <ac:spMkLst>
            <pc:docMk/>
            <pc:sldMk cId="2427498306" sldId="678"/>
            <ac:spMk id="31" creationId="{C5899DF7-D612-39B4-0C21-E493189D7961}"/>
          </ac:spMkLst>
        </pc:spChg>
        <pc:spChg chg="add mod">
          <ac:chgData name="M11312030 劉祐誠" userId="e73f116081f12ee1" providerId="LiveId" clId="{5E537FA5-DB35-4EE2-935A-F2ACDE49E9DD}" dt="2024-12-23T06:01:09.120" v="249" actId="1076"/>
          <ac:spMkLst>
            <pc:docMk/>
            <pc:sldMk cId="2427498306" sldId="678"/>
            <ac:spMk id="32" creationId="{8E813AAE-9036-98D6-A32F-86C10FF3D9D1}"/>
          </ac:spMkLst>
        </pc:spChg>
        <pc:spChg chg="add mod">
          <ac:chgData name="M11312030 劉祐誠" userId="e73f116081f12ee1" providerId="LiveId" clId="{5E537FA5-DB35-4EE2-935A-F2ACDE49E9DD}" dt="2024-12-23T06:00:36.040" v="233" actId="1076"/>
          <ac:spMkLst>
            <pc:docMk/>
            <pc:sldMk cId="2427498306" sldId="678"/>
            <ac:spMk id="33" creationId="{0D1D128A-1F97-9B4D-A1B5-F81BF2954373}"/>
          </ac:spMkLst>
        </pc:spChg>
        <pc:spChg chg="add mod">
          <ac:chgData name="M11312030 劉祐誠" userId="e73f116081f12ee1" providerId="LiveId" clId="{5E537FA5-DB35-4EE2-935A-F2ACDE49E9DD}" dt="2024-12-23T06:01:01.449" v="247" actId="1076"/>
          <ac:spMkLst>
            <pc:docMk/>
            <pc:sldMk cId="2427498306" sldId="678"/>
            <ac:spMk id="34" creationId="{32BDC280-2BD6-28FB-6824-3DB094BA3A38}"/>
          </ac:spMkLst>
        </pc:spChg>
        <pc:picChg chg="add mod">
          <ac:chgData name="M11312030 劉祐誠" userId="e73f116081f12ee1" providerId="LiveId" clId="{5E537FA5-DB35-4EE2-935A-F2ACDE49E9DD}" dt="2024-12-23T06:01:11.232" v="250" actId="1076"/>
          <ac:picMkLst>
            <pc:docMk/>
            <pc:sldMk cId="2427498306" sldId="678"/>
            <ac:picMk id="1026" creationId="{641FC2DD-780D-FE91-0801-AB101D2FCFE6}"/>
          </ac:picMkLst>
        </pc:picChg>
        <pc:picChg chg="add mod">
          <ac:chgData name="M11312030 劉祐誠" userId="e73f116081f12ee1" providerId="LiveId" clId="{5E537FA5-DB35-4EE2-935A-F2ACDE49E9DD}" dt="2024-12-23T06:01:05.903" v="248" actId="1076"/>
          <ac:picMkLst>
            <pc:docMk/>
            <pc:sldMk cId="2427498306" sldId="678"/>
            <ac:picMk id="1028" creationId="{FAC409AC-62B2-DBAD-5AF7-EBC3CB3CDBF5}"/>
          </ac:picMkLst>
        </pc:picChg>
      </pc:sldChg>
      <pc:sldChg chg="addSp delSp modSp add mod">
        <pc:chgData name="M11312030 劉祐誠" userId="e73f116081f12ee1" providerId="LiveId" clId="{5E537FA5-DB35-4EE2-935A-F2ACDE49E9DD}" dt="2024-12-31T08:48:30.666" v="1323" actId="1076"/>
        <pc:sldMkLst>
          <pc:docMk/>
          <pc:sldMk cId="4048622197" sldId="679"/>
        </pc:sldMkLst>
        <pc:spChg chg="mod">
          <ac:chgData name="M11312030 劉祐誠" userId="e73f116081f12ee1" providerId="LiveId" clId="{5E537FA5-DB35-4EE2-935A-F2ACDE49E9DD}" dt="2024-12-26T06:58:42.975" v="534" actId="20577"/>
          <ac:spMkLst>
            <pc:docMk/>
            <pc:sldMk cId="4048622197" sldId="679"/>
            <ac:spMk id="12" creationId="{45881D7A-E564-5BD4-A572-22D8144F780B}"/>
          </ac:spMkLst>
        </pc:spChg>
        <pc:graphicFrameChg chg="add del mod modGraphic">
          <ac:chgData name="M11312030 劉祐誠" userId="e73f116081f12ee1" providerId="LiveId" clId="{5E537FA5-DB35-4EE2-935A-F2ACDE49E9DD}" dt="2024-12-30T08:53:30.905" v="1269" actId="122"/>
          <ac:graphicFrameMkLst>
            <pc:docMk/>
            <pc:sldMk cId="4048622197" sldId="679"/>
            <ac:graphicFrameMk id="2" creationId="{CA6256F7-DA3F-7E22-E44F-15F609B836FD}"/>
          </ac:graphicFrameMkLst>
        </pc:graphicFrameChg>
        <pc:graphicFrameChg chg="add mod modGraphic">
          <ac:chgData name="M11312030 劉祐誠" userId="e73f116081f12ee1" providerId="LiveId" clId="{5E537FA5-DB35-4EE2-935A-F2ACDE49E9DD}" dt="2024-12-31T08:48:30.666" v="1323" actId="1076"/>
          <ac:graphicFrameMkLst>
            <pc:docMk/>
            <pc:sldMk cId="4048622197" sldId="679"/>
            <ac:graphicFrameMk id="3" creationId="{77FB5650-C4FD-66B1-7D8F-582EBA1708AD}"/>
          </ac:graphicFrameMkLst>
        </pc:graphicFrameChg>
        <pc:cxnChg chg="mod">
          <ac:chgData name="M11312030 劉祐誠" userId="e73f116081f12ee1" providerId="LiveId" clId="{5E537FA5-DB35-4EE2-935A-F2ACDE49E9DD}" dt="2024-12-26T06:58:42.399" v="533" actId="20577"/>
          <ac:cxnSpMkLst>
            <pc:docMk/>
            <pc:sldMk cId="4048622197" sldId="679"/>
            <ac:cxnSpMk id="13" creationId="{347065D1-822B-B261-33B1-3BE820923BB6}"/>
          </ac:cxnSpMkLst>
        </pc:cxnChg>
      </pc:sldChg>
      <pc:sldChg chg="delSp modSp add mod">
        <pc:chgData name="M11312030 劉祐誠" userId="e73f116081f12ee1" providerId="LiveId" clId="{5E537FA5-DB35-4EE2-935A-F2ACDE49E9DD}" dt="2024-12-29T13:13:37.648" v="988" actId="1076"/>
        <pc:sldMkLst>
          <pc:docMk/>
          <pc:sldMk cId="2640150332" sldId="680"/>
        </pc:sldMkLst>
        <pc:graphicFrameChg chg="mod modGraphic">
          <ac:chgData name="M11312030 劉祐誠" userId="e73f116081f12ee1" providerId="LiveId" clId="{5E537FA5-DB35-4EE2-935A-F2ACDE49E9DD}" dt="2024-12-29T13:13:37.648" v="988" actId="1076"/>
          <ac:graphicFrameMkLst>
            <pc:docMk/>
            <pc:sldMk cId="2640150332" sldId="680"/>
            <ac:graphicFrameMk id="2" creationId="{F26EFD7B-8D66-A8FB-9A86-75B858E220AC}"/>
          </ac:graphicFrameMkLst>
        </pc:graphicFrameChg>
      </pc:sldChg>
      <pc:sldChg chg="addSp delSp modSp add mod">
        <pc:chgData name="M11312030 劉祐誠" userId="e73f116081f12ee1" providerId="LiveId" clId="{5E537FA5-DB35-4EE2-935A-F2ACDE49E9DD}" dt="2024-12-31T10:04:42.590" v="1810" actId="1076"/>
        <pc:sldMkLst>
          <pc:docMk/>
          <pc:sldMk cId="511375523" sldId="681"/>
        </pc:sldMkLst>
        <pc:spChg chg="add mod">
          <ac:chgData name="M11312030 劉祐誠" userId="e73f116081f12ee1" providerId="LiveId" clId="{5E537FA5-DB35-4EE2-935A-F2ACDE49E9DD}" dt="2024-12-31T09:14:17.805" v="1503" actId="207"/>
          <ac:spMkLst>
            <pc:docMk/>
            <pc:sldMk cId="511375523" sldId="681"/>
            <ac:spMk id="4" creationId="{FF869E7C-2B47-CD13-7675-E53851CAD8F5}"/>
          </ac:spMkLst>
        </pc:spChg>
        <pc:spChg chg="add mod">
          <ac:chgData name="M11312030 劉祐誠" userId="e73f116081f12ee1" providerId="LiveId" clId="{5E537FA5-DB35-4EE2-935A-F2ACDE49E9DD}" dt="2024-12-31T09:29:53.731" v="1707" actId="113"/>
          <ac:spMkLst>
            <pc:docMk/>
            <pc:sldMk cId="511375523" sldId="681"/>
            <ac:spMk id="5" creationId="{E5C75A71-8460-816B-02C7-78A19702131D}"/>
          </ac:spMkLst>
        </pc:spChg>
        <pc:spChg chg="mod">
          <ac:chgData name="M11312030 劉祐誠" userId="e73f116081f12ee1" providerId="LiveId" clId="{5E537FA5-DB35-4EE2-935A-F2ACDE49E9DD}" dt="2024-12-31T08:57:17.004" v="1357" actId="14100"/>
          <ac:spMkLst>
            <pc:docMk/>
            <pc:sldMk cId="511375523" sldId="681"/>
            <ac:spMk id="12" creationId="{E7CE519A-29D6-34FE-33B9-0C9DB048EA9C}"/>
          </ac:spMkLst>
        </pc:spChg>
        <pc:spChg chg="add mod">
          <ac:chgData name="M11312030 劉祐誠" userId="e73f116081f12ee1" providerId="LiveId" clId="{5E537FA5-DB35-4EE2-935A-F2ACDE49E9DD}" dt="2024-12-31T09:29:56.199" v="1708" actId="113"/>
          <ac:spMkLst>
            <pc:docMk/>
            <pc:sldMk cId="511375523" sldId="681"/>
            <ac:spMk id="17" creationId="{A4FDF17E-3E3F-4D61-CE96-E491658E1DFA}"/>
          </ac:spMkLst>
        </pc:spChg>
        <pc:spChg chg="add mod">
          <ac:chgData name="M11312030 劉祐誠" userId="e73f116081f12ee1" providerId="LiveId" clId="{5E537FA5-DB35-4EE2-935A-F2ACDE49E9DD}" dt="2024-12-31T09:29:59.481" v="1709" actId="113"/>
          <ac:spMkLst>
            <pc:docMk/>
            <pc:sldMk cId="511375523" sldId="681"/>
            <ac:spMk id="19" creationId="{72B92600-09C5-8CA6-1E9A-F53791EB64AB}"/>
          </ac:spMkLst>
        </pc:spChg>
        <pc:spChg chg="add mod">
          <ac:chgData name="M11312030 劉祐誠" userId="e73f116081f12ee1" providerId="LiveId" clId="{5E537FA5-DB35-4EE2-935A-F2ACDE49E9DD}" dt="2024-12-31T09:27:58.065" v="1685" actId="1076"/>
          <ac:spMkLst>
            <pc:docMk/>
            <pc:sldMk cId="511375523" sldId="681"/>
            <ac:spMk id="23" creationId="{9FCCC367-BDE0-500F-374A-61199E7D86EF}"/>
          </ac:spMkLst>
        </pc:spChg>
        <pc:spChg chg="add mod">
          <ac:chgData name="M11312030 劉祐誠" userId="e73f116081f12ee1" providerId="LiveId" clId="{5E537FA5-DB35-4EE2-935A-F2ACDE49E9DD}" dt="2024-12-31T09:33:15.312" v="1711" actId="113"/>
          <ac:spMkLst>
            <pc:docMk/>
            <pc:sldMk cId="511375523" sldId="681"/>
            <ac:spMk id="25" creationId="{3F186524-3C3E-3917-8249-AF0067917FA1}"/>
          </ac:spMkLst>
        </pc:spChg>
        <pc:spChg chg="add mod">
          <ac:chgData name="M11312030 劉祐誠" userId="e73f116081f12ee1" providerId="LiveId" clId="{5E537FA5-DB35-4EE2-935A-F2ACDE49E9DD}" dt="2024-12-31T09:28:09.397" v="1688" actId="164"/>
          <ac:spMkLst>
            <pc:docMk/>
            <pc:sldMk cId="511375523" sldId="681"/>
            <ac:spMk id="26" creationId="{7D88A96B-0F73-3BF0-FCBB-922B7B547511}"/>
          </ac:spMkLst>
        </pc:spChg>
        <pc:spChg chg="add mod">
          <ac:chgData name="M11312030 劉祐誠" userId="e73f116081f12ee1" providerId="LiveId" clId="{5E537FA5-DB35-4EE2-935A-F2ACDE49E9DD}" dt="2024-12-31T09:28:11.282" v="1689" actId="1076"/>
          <ac:spMkLst>
            <pc:docMk/>
            <pc:sldMk cId="511375523" sldId="681"/>
            <ac:spMk id="28" creationId="{7820EC0A-5135-27C1-C471-777963B2EA36}"/>
          </ac:spMkLst>
        </pc:spChg>
        <pc:spChg chg="add mod">
          <ac:chgData name="M11312030 劉祐誠" userId="e73f116081f12ee1" providerId="LiveId" clId="{5E537FA5-DB35-4EE2-935A-F2ACDE49E9DD}" dt="2024-12-31T09:26:56.915" v="1676" actId="1076"/>
          <ac:spMkLst>
            <pc:docMk/>
            <pc:sldMk cId="511375523" sldId="681"/>
            <ac:spMk id="34" creationId="{089682C0-F2CB-72EA-E121-D4EA0EFD223C}"/>
          </ac:spMkLst>
        </pc:spChg>
        <pc:spChg chg="add mod">
          <ac:chgData name="M11312030 劉祐誠" userId="e73f116081f12ee1" providerId="LiveId" clId="{5E537FA5-DB35-4EE2-935A-F2ACDE49E9DD}" dt="2024-12-31T09:24:00.944" v="1598" actId="207"/>
          <ac:spMkLst>
            <pc:docMk/>
            <pc:sldMk cId="511375523" sldId="681"/>
            <ac:spMk id="41" creationId="{B6CF9A0C-777E-1A51-F193-C0F5233D118E}"/>
          </ac:spMkLst>
        </pc:spChg>
        <pc:spChg chg="add mod">
          <ac:chgData name="M11312030 劉祐誠" userId="e73f116081f12ee1" providerId="LiveId" clId="{5E537FA5-DB35-4EE2-935A-F2ACDE49E9DD}" dt="2024-12-31T09:33:08.135" v="1710" actId="403"/>
          <ac:spMkLst>
            <pc:docMk/>
            <pc:sldMk cId="511375523" sldId="681"/>
            <ac:spMk id="43" creationId="{995ADB71-FE93-4488-4724-68B764E7B981}"/>
          </ac:spMkLst>
        </pc:spChg>
        <pc:spChg chg="add mod">
          <ac:chgData name="M11312030 劉祐誠" userId="e73f116081f12ee1" providerId="LiveId" clId="{5E537FA5-DB35-4EE2-935A-F2ACDE49E9DD}" dt="2024-12-31T09:27:45.426" v="1682" actId="164"/>
          <ac:spMkLst>
            <pc:docMk/>
            <pc:sldMk cId="511375523" sldId="681"/>
            <ac:spMk id="44" creationId="{4514D3EE-495F-6DD0-F02B-9FCB0821286F}"/>
          </ac:spMkLst>
        </pc:spChg>
        <pc:spChg chg="add mod">
          <ac:chgData name="M11312030 劉祐誠" userId="e73f116081f12ee1" providerId="LiveId" clId="{5E537FA5-DB35-4EE2-935A-F2ACDE49E9DD}" dt="2024-12-31T09:27:45.426" v="1682" actId="164"/>
          <ac:spMkLst>
            <pc:docMk/>
            <pc:sldMk cId="511375523" sldId="681"/>
            <ac:spMk id="45" creationId="{F91769A2-F97D-1C25-A908-641D865FC2C6}"/>
          </ac:spMkLst>
        </pc:spChg>
        <pc:spChg chg="add mod">
          <ac:chgData name="M11312030 劉祐誠" userId="e73f116081f12ee1" providerId="LiveId" clId="{5E537FA5-DB35-4EE2-935A-F2ACDE49E9DD}" dt="2024-12-31T09:27:45.426" v="1682" actId="164"/>
          <ac:spMkLst>
            <pc:docMk/>
            <pc:sldMk cId="511375523" sldId="681"/>
            <ac:spMk id="47" creationId="{14D1EE7B-AE7F-BB4B-5A6B-765EA7CE1EC2}"/>
          </ac:spMkLst>
        </pc:spChg>
        <pc:spChg chg="add mod">
          <ac:chgData name="M11312030 劉祐誠" userId="e73f116081f12ee1" providerId="LiveId" clId="{5E537FA5-DB35-4EE2-935A-F2ACDE49E9DD}" dt="2024-12-31T09:29:49.781" v="1706" actId="113"/>
          <ac:spMkLst>
            <pc:docMk/>
            <pc:sldMk cId="511375523" sldId="681"/>
            <ac:spMk id="54" creationId="{9E5A234E-87F0-B275-0C7B-E066904947C3}"/>
          </ac:spMkLst>
        </pc:spChg>
        <pc:spChg chg="add mod">
          <ac:chgData name="M11312030 劉祐誠" userId="e73f116081f12ee1" providerId="LiveId" clId="{5E537FA5-DB35-4EE2-935A-F2ACDE49E9DD}" dt="2024-12-31T10:04:42.590" v="1810" actId="1076"/>
          <ac:spMkLst>
            <pc:docMk/>
            <pc:sldMk cId="511375523" sldId="681"/>
            <ac:spMk id="55" creationId="{66FEDD0C-8960-C729-E0CE-36C55BE37C20}"/>
          </ac:spMkLst>
        </pc:spChg>
        <pc:grpChg chg="add mod">
          <ac:chgData name="M11312030 劉祐誠" userId="e73f116081f12ee1" providerId="LiveId" clId="{5E537FA5-DB35-4EE2-935A-F2ACDE49E9DD}" dt="2024-12-31T09:28:32.168" v="1693" actId="1076"/>
          <ac:grpSpMkLst>
            <pc:docMk/>
            <pc:sldMk cId="511375523" sldId="681"/>
            <ac:grpSpMk id="48" creationId="{342628A4-9132-A721-B099-04EA466E1990}"/>
          </ac:grpSpMkLst>
        </pc:grpChg>
        <pc:grpChg chg="add mod">
          <ac:chgData name="M11312030 劉祐誠" userId="e73f116081f12ee1" providerId="LiveId" clId="{5E537FA5-DB35-4EE2-935A-F2ACDE49E9DD}" dt="2024-12-31T09:28:15.773" v="1690" actId="1076"/>
          <ac:grpSpMkLst>
            <pc:docMk/>
            <pc:sldMk cId="511375523" sldId="681"/>
            <ac:grpSpMk id="50" creationId="{CB00CC2F-A9A8-24D8-1BEA-C14E7A2DF78C}"/>
          </ac:grpSpMkLst>
        </pc:grpChg>
        <pc:cxnChg chg="mod">
          <ac:chgData name="M11312030 劉祐誠" userId="e73f116081f12ee1" providerId="LiveId" clId="{5E537FA5-DB35-4EE2-935A-F2ACDE49E9DD}" dt="2024-12-31T08:57:17.004" v="1357" actId="14100"/>
          <ac:cxnSpMkLst>
            <pc:docMk/>
            <pc:sldMk cId="511375523" sldId="681"/>
            <ac:cxnSpMk id="13" creationId="{C49D4461-450C-4C20-72A7-33776C1E4AD3}"/>
          </ac:cxnSpMkLst>
        </pc:cxnChg>
        <pc:cxnChg chg="add mod">
          <ac:chgData name="M11312030 劉祐誠" userId="e73f116081f12ee1" providerId="LiveId" clId="{5E537FA5-DB35-4EE2-935A-F2ACDE49E9DD}" dt="2024-12-31T09:28:09.397" v="1688" actId="164"/>
          <ac:cxnSpMkLst>
            <pc:docMk/>
            <pc:sldMk cId="511375523" sldId="681"/>
            <ac:cxnSpMk id="16" creationId="{4978D4AE-D7DF-374A-912C-7F2B5F44855C}"/>
          </ac:cxnSpMkLst>
        </pc:cxnChg>
        <pc:cxnChg chg="add mod">
          <ac:chgData name="M11312030 劉祐誠" userId="e73f116081f12ee1" providerId="LiveId" clId="{5E537FA5-DB35-4EE2-935A-F2ACDE49E9DD}" dt="2024-12-31T09:28:09.397" v="1688" actId="164"/>
          <ac:cxnSpMkLst>
            <pc:docMk/>
            <pc:sldMk cId="511375523" sldId="681"/>
            <ac:cxnSpMk id="18" creationId="{3F8D75EC-5066-8B1B-2724-7AC35E269233}"/>
          </ac:cxnSpMkLst>
        </pc:cxnChg>
        <pc:cxnChg chg="add mod">
          <ac:chgData name="M11312030 劉祐誠" userId="e73f116081f12ee1" providerId="LiveId" clId="{5E537FA5-DB35-4EE2-935A-F2ACDE49E9DD}" dt="2024-12-31T09:28:09.397" v="1688" actId="164"/>
          <ac:cxnSpMkLst>
            <pc:docMk/>
            <pc:sldMk cId="511375523" sldId="681"/>
            <ac:cxnSpMk id="24" creationId="{B1E6BCF5-8674-C343-82AE-D8135E7FBF39}"/>
          </ac:cxnSpMkLst>
        </pc:cxnChg>
        <pc:cxnChg chg="add mod">
          <ac:chgData name="M11312030 劉祐誠" userId="e73f116081f12ee1" providerId="LiveId" clId="{5E537FA5-DB35-4EE2-935A-F2ACDE49E9DD}" dt="2024-12-31T09:28:15.773" v="1690" actId="1076"/>
          <ac:cxnSpMkLst>
            <pc:docMk/>
            <pc:sldMk cId="511375523" sldId="681"/>
            <ac:cxnSpMk id="36" creationId="{AEE2AF55-1D5D-C334-D1BA-3325CE219D3C}"/>
          </ac:cxnSpMkLst>
        </pc:cxnChg>
        <pc:cxnChg chg="add mod">
          <ac:chgData name="M11312030 劉祐誠" userId="e73f116081f12ee1" providerId="LiveId" clId="{5E537FA5-DB35-4EE2-935A-F2ACDE49E9DD}" dt="2024-12-31T09:23:50.687" v="1594" actId="14100"/>
          <ac:cxnSpMkLst>
            <pc:docMk/>
            <pc:sldMk cId="511375523" sldId="681"/>
            <ac:cxnSpMk id="38" creationId="{9274B95E-64A3-2C3F-C08B-3ABCEA9A6291}"/>
          </ac:cxnSpMkLst>
        </pc:cxnChg>
        <pc:cxnChg chg="add mod">
          <ac:chgData name="M11312030 劉祐誠" userId="e73f116081f12ee1" providerId="LiveId" clId="{5E537FA5-DB35-4EE2-935A-F2ACDE49E9DD}" dt="2024-12-31T09:28:58.922" v="1696" actId="14100"/>
          <ac:cxnSpMkLst>
            <pc:docMk/>
            <pc:sldMk cId="511375523" sldId="681"/>
            <ac:cxnSpMk id="51" creationId="{6EC5A98D-FABD-05EA-6D8D-8BBE50320F5B}"/>
          </ac:cxnSpMkLst>
        </pc:cxnChg>
      </pc:sldChg>
      <pc:sldChg chg="addSp delSp modSp add mod">
        <pc:chgData name="M11312030 劉祐誠" userId="e73f116081f12ee1" providerId="LiveId" clId="{5E537FA5-DB35-4EE2-935A-F2ACDE49E9DD}" dt="2025-01-02T06:27:12.662" v="2925" actId="2711"/>
        <pc:sldMkLst>
          <pc:docMk/>
          <pc:sldMk cId="426651893" sldId="682"/>
        </pc:sldMkLst>
        <pc:spChg chg="mod">
          <ac:chgData name="M11312030 劉祐誠" userId="e73f116081f12ee1" providerId="LiveId" clId="{5E537FA5-DB35-4EE2-935A-F2ACDE49E9DD}" dt="2025-01-02T06:27:12.662" v="2925" actId="2711"/>
          <ac:spMkLst>
            <pc:docMk/>
            <pc:sldMk cId="426651893" sldId="682"/>
            <ac:spMk id="12" creationId="{F438A742-6F18-728E-658B-51E6D8953755}"/>
          </ac:spMkLst>
        </pc:spChg>
        <pc:spChg chg="add mod">
          <ac:chgData name="M11312030 劉祐誠" userId="e73f116081f12ee1" providerId="LiveId" clId="{5E537FA5-DB35-4EE2-935A-F2ACDE49E9DD}" dt="2024-12-31T14:18:47.583" v="2151" actId="1076"/>
          <ac:spMkLst>
            <pc:docMk/>
            <pc:sldMk cId="426651893" sldId="682"/>
            <ac:spMk id="19" creationId="{BE3AB7F1-0539-2D8A-264F-C0AB0E54B56E}"/>
          </ac:spMkLst>
        </pc:spChg>
        <pc:spChg chg="add mod">
          <ac:chgData name="M11312030 劉祐誠" userId="e73f116081f12ee1" providerId="LiveId" clId="{5E537FA5-DB35-4EE2-935A-F2ACDE49E9DD}" dt="2024-12-31T12:32:47.455" v="2144" actId="404"/>
          <ac:spMkLst>
            <pc:docMk/>
            <pc:sldMk cId="426651893" sldId="682"/>
            <ac:spMk id="20" creationId="{725412AA-DE33-2DA2-0A26-766CB1A4E43A}"/>
          </ac:spMkLst>
        </pc:spChg>
        <pc:spChg chg="add mod">
          <ac:chgData name="M11312030 劉祐誠" userId="e73f116081f12ee1" providerId="LiveId" clId="{5E537FA5-DB35-4EE2-935A-F2ACDE49E9DD}" dt="2024-12-31T11:41:09.662" v="2141" actId="1076"/>
          <ac:spMkLst>
            <pc:docMk/>
            <pc:sldMk cId="426651893" sldId="682"/>
            <ac:spMk id="22" creationId="{698913C1-FFF1-64BC-2720-1BF04AA730CC}"/>
          </ac:spMkLst>
        </pc:spChg>
        <pc:spChg chg="add mod">
          <ac:chgData name="M11312030 劉祐誠" userId="e73f116081f12ee1" providerId="LiveId" clId="{5E537FA5-DB35-4EE2-935A-F2ACDE49E9DD}" dt="2024-12-31T12:32:47.455" v="2144" actId="404"/>
          <ac:spMkLst>
            <pc:docMk/>
            <pc:sldMk cId="426651893" sldId="682"/>
            <ac:spMk id="24" creationId="{AE7DD803-FE0A-1BC3-9167-E45A16FD2CC1}"/>
          </ac:spMkLst>
        </pc:spChg>
        <pc:spChg chg="add mod">
          <ac:chgData name="M11312030 劉祐誠" userId="e73f116081f12ee1" providerId="LiveId" clId="{5E537FA5-DB35-4EE2-935A-F2ACDE49E9DD}" dt="2024-12-31T11:37:51.183" v="2068" actId="1076"/>
          <ac:spMkLst>
            <pc:docMk/>
            <pc:sldMk cId="426651893" sldId="682"/>
            <ac:spMk id="29" creationId="{28345D65-EFA7-7B94-BE8A-DC272DC647CE}"/>
          </ac:spMkLst>
        </pc:spChg>
        <pc:spChg chg="add mod">
          <ac:chgData name="M11312030 劉祐誠" userId="e73f116081f12ee1" providerId="LiveId" clId="{5E537FA5-DB35-4EE2-935A-F2ACDE49E9DD}" dt="2024-12-31T12:32:41.022" v="2143" actId="404"/>
          <ac:spMkLst>
            <pc:docMk/>
            <pc:sldMk cId="426651893" sldId="682"/>
            <ac:spMk id="30" creationId="{5CE81BA1-9D9C-B9D8-6E42-98EAE21CC86A}"/>
          </ac:spMkLst>
        </pc:spChg>
        <pc:spChg chg="add mod">
          <ac:chgData name="M11312030 劉祐誠" userId="e73f116081f12ee1" providerId="LiveId" clId="{5E537FA5-DB35-4EE2-935A-F2ACDE49E9DD}" dt="2024-12-31T14:54:24.780" v="2184" actId="1076"/>
          <ac:spMkLst>
            <pc:docMk/>
            <pc:sldMk cId="426651893" sldId="682"/>
            <ac:spMk id="32" creationId="{3FFAAD95-D4A0-AA8B-0B6D-CDC3484B9C55}"/>
          </ac:spMkLst>
        </pc:spChg>
        <pc:spChg chg="add mod">
          <ac:chgData name="M11312030 劉祐誠" userId="e73f116081f12ee1" providerId="LiveId" clId="{5E537FA5-DB35-4EE2-935A-F2ACDE49E9DD}" dt="2024-12-31T14:59:58.381" v="2227" actId="1076"/>
          <ac:spMkLst>
            <pc:docMk/>
            <pc:sldMk cId="426651893" sldId="682"/>
            <ac:spMk id="33" creationId="{4DD84FC5-E535-A06C-DC75-33F4014BC659}"/>
          </ac:spMkLst>
        </pc:spChg>
        <pc:grpChg chg="add mod">
          <ac:chgData name="M11312030 劉祐誠" userId="e73f116081f12ee1" providerId="LiveId" clId="{5E537FA5-DB35-4EE2-935A-F2ACDE49E9DD}" dt="2024-12-31T11:41:15.533" v="2142" actId="164"/>
          <ac:grpSpMkLst>
            <pc:docMk/>
            <pc:sldMk cId="426651893" sldId="682"/>
            <ac:grpSpMk id="27" creationId="{36AC8E86-9647-4488-7572-22EEF8E472EB}"/>
          </ac:grpSpMkLst>
        </pc:grpChg>
        <pc:grpChg chg="add mod">
          <ac:chgData name="M11312030 劉祐誠" userId="e73f116081f12ee1" providerId="LiveId" clId="{5E537FA5-DB35-4EE2-935A-F2ACDE49E9DD}" dt="2024-12-31T11:41:15.533" v="2142" actId="164"/>
          <ac:grpSpMkLst>
            <pc:docMk/>
            <pc:sldMk cId="426651893" sldId="682"/>
            <ac:grpSpMk id="31" creationId="{CB1E6DE8-70E4-66C2-8395-661EB2524551}"/>
          </ac:grpSpMkLst>
        </pc:grpChg>
        <pc:picChg chg="add mod">
          <ac:chgData name="M11312030 劉祐誠" userId="e73f116081f12ee1" providerId="LiveId" clId="{5E537FA5-DB35-4EE2-935A-F2ACDE49E9DD}" dt="2024-12-31T11:41:09.662" v="2141" actId="1076"/>
          <ac:picMkLst>
            <pc:docMk/>
            <pc:sldMk cId="426651893" sldId="682"/>
            <ac:picMk id="1026" creationId="{7AE99CB2-AEDD-3EF5-E3B7-18CA298DDB97}"/>
          </ac:picMkLst>
        </pc:picChg>
        <pc:cxnChg chg="mod">
          <ac:chgData name="M11312030 劉祐誠" userId="e73f116081f12ee1" providerId="LiveId" clId="{5E537FA5-DB35-4EE2-935A-F2ACDE49E9DD}" dt="2025-01-02T06:27:05.947" v="2923" actId="14100"/>
          <ac:cxnSpMkLst>
            <pc:docMk/>
            <pc:sldMk cId="426651893" sldId="682"/>
            <ac:cxnSpMk id="13" creationId="{0F582B0A-F5F7-ADD2-4C3F-3A610CDA95E0}"/>
          </ac:cxnSpMkLst>
        </pc:cxnChg>
      </pc:sldChg>
      <pc:sldChg chg="addSp modSp add mod ord">
        <pc:chgData name="M11312030 劉祐誠" userId="e73f116081f12ee1" providerId="LiveId" clId="{5E537FA5-DB35-4EE2-935A-F2ACDE49E9DD}" dt="2025-01-02T04:33:25.258" v="2785" actId="14100"/>
        <pc:sldMkLst>
          <pc:docMk/>
          <pc:sldMk cId="4134354224" sldId="683"/>
        </pc:sldMkLst>
        <pc:spChg chg="add mod">
          <ac:chgData name="M11312030 劉祐誠" userId="e73f116081f12ee1" providerId="LiveId" clId="{5E537FA5-DB35-4EE2-935A-F2ACDE49E9DD}" dt="2025-01-01T07:46:18.012" v="2275" actId="207"/>
          <ac:spMkLst>
            <pc:docMk/>
            <pc:sldMk cId="4134354224" sldId="683"/>
            <ac:spMk id="3" creationId="{4F901943-2CD7-00A1-9061-200F292BD8B0}"/>
          </ac:spMkLst>
        </pc:spChg>
        <pc:spChg chg="add mod">
          <ac:chgData name="M11312030 劉祐誠" userId="e73f116081f12ee1" providerId="LiveId" clId="{5E537FA5-DB35-4EE2-935A-F2ACDE49E9DD}" dt="2025-01-01T07:46:21.251" v="2276" actId="207"/>
          <ac:spMkLst>
            <pc:docMk/>
            <pc:sldMk cId="4134354224" sldId="683"/>
            <ac:spMk id="4" creationId="{CC66528B-81C2-6C11-0AA6-F4801E5433E9}"/>
          </ac:spMkLst>
        </pc:spChg>
        <pc:spChg chg="add mod">
          <ac:chgData name="M11312030 劉祐誠" userId="e73f116081f12ee1" providerId="LiveId" clId="{5E537FA5-DB35-4EE2-935A-F2ACDE49E9DD}" dt="2025-01-01T07:46:12.704" v="2274" actId="1076"/>
          <ac:spMkLst>
            <pc:docMk/>
            <pc:sldMk cId="4134354224" sldId="683"/>
            <ac:spMk id="5" creationId="{E05FB88D-4621-118B-5D88-6D9EB3BC1B6C}"/>
          </ac:spMkLst>
        </pc:spChg>
        <pc:spChg chg="mod">
          <ac:chgData name="M11312030 劉祐誠" userId="e73f116081f12ee1" providerId="LiveId" clId="{5E537FA5-DB35-4EE2-935A-F2ACDE49E9DD}" dt="2025-01-02T04:33:25.258" v="2785" actId="14100"/>
          <ac:spMkLst>
            <pc:docMk/>
            <pc:sldMk cId="4134354224" sldId="683"/>
            <ac:spMk id="12" creationId="{37B6DDE0-1109-3F36-0E15-5CA29A29F133}"/>
          </ac:spMkLst>
        </pc:spChg>
        <pc:spChg chg="add mod">
          <ac:chgData name="M11312030 劉祐誠" userId="e73f116081f12ee1" providerId="LiveId" clId="{5E537FA5-DB35-4EE2-935A-F2ACDE49E9DD}" dt="2025-01-01T07:52:29.361" v="2315" actId="20577"/>
          <ac:spMkLst>
            <pc:docMk/>
            <pc:sldMk cId="4134354224" sldId="683"/>
            <ac:spMk id="17" creationId="{DD4843F3-FDE0-3799-AD7B-8E4302721694}"/>
          </ac:spMkLst>
        </pc:spChg>
        <pc:spChg chg="add mod">
          <ac:chgData name="M11312030 劉祐誠" userId="e73f116081f12ee1" providerId="LiveId" clId="{5E537FA5-DB35-4EE2-935A-F2ACDE49E9DD}" dt="2025-01-01T07:52:35.424" v="2316" actId="207"/>
          <ac:spMkLst>
            <pc:docMk/>
            <pc:sldMk cId="4134354224" sldId="683"/>
            <ac:spMk id="19" creationId="{531561BB-F530-B5D8-8931-B33619F06E81}"/>
          </ac:spMkLst>
        </pc:spChg>
        <pc:spChg chg="add mod">
          <ac:chgData name="M11312030 劉祐誠" userId="e73f116081f12ee1" providerId="LiveId" clId="{5E537FA5-DB35-4EE2-935A-F2ACDE49E9DD}" dt="2025-01-01T07:52:42.223" v="2317" actId="207"/>
          <ac:spMkLst>
            <pc:docMk/>
            <pc:sldMk cId="4134354224" sldId="683"/>
            <ac:spMk id="21" creationId="{E7CAF9E7-3D1F-92D4-9982-F27F71E9F0F1}"/>
          </ac:spMkLst>
        </pc:spChg>
        <pc:spChg chg="add mod">
          <ac:chgData name="M11312030 劉祐誠" userId="e73f116081f12ee1" providerId="LiveId" clId="{5E537FA5-DB35-4EE2-935A-F2ACDE49E9DD}" dt="2025-01-01T07:53:29.873" v="2324" actId="14100"/>
          <ac:spMkLst>
            <pc:docMk/>
            <pc:sldMk cId="4134354224" sldId="683"/>
            <ac:spMk id="23" creationId="{ED2F8B68-5BB9-C313-A32B-EF2DB6DC2627}"/>
          </ac:spMkLst>
        </pc:spChg>
        <pc:spChg chg="add mod">
          <ac:chgData name="M11312030 劉祐誠" userId="e73f116081f12ee1" providerId="LiveId" clId="{5E537FA5-DB35-4EE2-935A-F2ACDE49E9DD}" dt="2025-01-01T07:53:50.135" v="2329" actId="14100"/>
          <ac:spMkLst>
            <pc:docMk/>
            <pc:sldMk cId="4134354224" sldId="683"/>
            <ac:spMk id="24" creationId="{0EE09097-1BB2-C571-EE07-F07DE17015AD}"/>
          </ac:spMkLst>
        </pc:spChg>
        <pc:spChg chg="add mod">
          <ac:chgData name="M11312030 劉祐誠" userId="e73f116081f12ee1" providerId="LiveId" clId="{5E537FA5-DB35-4EE2-935A-F2ACDE49E9DD}" dt="2025-01-01T07:54:23.984" v="2334" actId="108"/>
          <ac:spMkLst>
            <pc:docMk/>
            <pc:sldMk cId="4134354224" sldId="683"/>
            <ac:spMk id="25" creationId="{B66423C6-9A1D-9C09-81DD-D71CBE81F457}"/>
          </ac:spMkLst>
        </pc:spChg>
        <pc:spChg chg="add mod">
          <ac:chgData name="M11312030 劉祐誠" userId="e73f116081f12ee1" providerId="LiveId" clId="{5E537FA5-DB35-4EE2-935A-F2ACDE49E9DD}" dt="2025-01-01T07:55:28.449" v="2339" actId="20577"/>
          <ac:spMkLst>
            <pc:docMk/>
            <pc:sldMk cId="4134354224" sldId="683"/>
            <ac:spMk id="27" creationId="{1C607A27-258C-3E31-04DA-C0E0B1AF7F3F}"/>
          </ac:spMkLst>
        </pc:spChg>
        <pc:picChg chg="add mod">
          <ac:chgData name="M11312030 劉祐誠" userId="e73f116081f12ee1" providerId="LiveId" clId="{5E537FA5-DB35-4EE2-935A-F2ACDE49E9DD}" dt="2025-01-01T07:47:12.387" v="2279" actId="1076"/>
          <ac:picMkLst>
            <pc:docMk/>
            <pc:sldMk cId="4134354224" sldId="683"/>
            <ac:picMk id="2050" creationId="{4A36DB93-BB4F-BEDD-07F7-F9D8ACED24CC}"/>
          </ac:picMkLst>
        </pc:picChg>
        <pc:cxnChg chg="mod">
          <ac:chgData name="M11312030 劉祐誠" userId="e73f116081f12ee1" providerId="LiveId" clId="{5E537FA5-DB35-4EE2-935A-F2ACDE49E9DD}" dt="2025-01-02T04:33:25.258" v="2785" actId="14100"/>
          <ac:cxnSpMkLst>
            <pc:docMk/>
            <pc:sldMk cId="4134354224" sldId="683"/>
            <ac:cxnSpMk id="13" creationId="{CE61C920-2D9A-8843-F53B-65B2B188332B}"/>
          </ac:cxnSpMkLst>
        </pc:cxnChg>
      </pc:sldChg>
      <pc:sldChg chg="addSp delSp modSp add mod ord">
        <pc:chgData name="M11312030 劉祐誠" userId="e73f116081f12ee1" providerId="LiveId" clId="{5E537FA5-DB35-4EE2-935A-F2ACDE49E9DD}" dt="2025-01-01T08:25:40.449" v="2523" actId="1076"/>
        <pc:sldMkLst>
          <pc:docMk/>
          <pc:sldMk cId="449164492" sldId="684"/>
        </pc:sldMkLst>
        <pc:spChg chg="add mod">
          <ac:chgData name="M11312030 劉祐誠" userId="e73f116081f12ee1" providerId="LiveId" clId="{5E537FA5-DB35-4EE2-935A-F2ACDE49E9DD}" dt="2025-01-01T08:13:11.198" v="2421" actId="1076"/>
          <ac:spMkLst>
            <pc:docMk/>
            <pc:sldMk cId="449164492" sldId="684"/>
            <ac:spMk id="3" creationId="{20DC13A9-3D2A-C46E-16CF-6A10C6E3BC17}"/>
          </ac:spMkLst>
        </pc:spChg>
        <pc:spChg chg="add mod">
          <ac:chgData name="M11312030 劉祐誠" userId="e73f116081f12ee1" providerId="LiveId" clId="{5E537FA5-DB35-4EE2-935A-F2ACDE49E9DD}" dt="2025-01-01T08:13:11.198" v="2421" actId="1076"/>
          <ac:spMkLst>
            <pc:docMk/>
            <pc:sldMk cId="449164492" sldId="684"/>
            <ac:spMk id="4" creationId="{4BDEE838-B903-C247-2EFE-571782B03F0B}"/>
          </ac:spMkLst>
        </pc:spChg>
        <pc:spChg chg="add mod">
          <ac:chgData name="M11312030 劉祐誠" userId="e73f116081f12ee1" providerId="LiveId" clId="{5E537FA5-DB35-4EE2-935A-F2ACDE49E9DD}" dt="2025-01-01T08:25:40.449" v="2523" actId="1076"/>
          <ac:spMkLst>
            <pc:docMk/>
            <pc:sldMk cId="449164492" sldId="684"/>
            <ac:spMk id="5" creationId="{78DD2204-336D-5AF1-CB34-FFA8B9443A8E}"/>
          </ac:spMkLst>
        </pc:spChg>
        <pc:spChg chg="mod">
          <ac:chgData name="M11312030 劉祐誠" userId="e73f116081f12ee1" providerId="LiveId" clId="{5E537FA5-DB35-4EE2-935A-F2ACDE49E9DD}" dt="2025-01-01T08:13:04.453" v="2420" actId="20577"/>
          <ac:spMkLst>
            <pc:docMk/>
            <pc:sldMk cId="449164492" sldId="684"/>
            <ac:spMk id="12" creationId="{FE7BA329-160D-9E62-F2C6-76BE4DFDD3B8}"/>
          </ac:spMkLst>
        </pc:spChg>
        <pc:picChg chg="mod topLvl">
          <ac:chgData name="M11312030 劉祐誠" userId="e73f116081f12ee1" providerId="LiveId" clId="{5E537FA5-DB35-4EE2-935A-F2ACDE49E9DD}" dt="2025-01-01T08:13:11.198" v="2421" actId="1076"/>
          <ac:picMkLst>
            <pc:docMk/>
            <pc:sldMk cId="449164492" sldId="684"/>
            <ac:picMk id="1026" creationId="{D2C4C5C6-49B2-7DE1-4376-6DC874C6EAC0}"/>
          </ac:picMkLst>
        </pc:picChg>
        <pc:cxnChg chg="mod">
          <ac:chgData name="M11312030 劉祐誠" userId="e73f116081f12ee1" providerId="LiveId" clId="{5E537FA5-DB35-4EE2-935A-F2ACDE49E9DD}" dt="2025-01-01T08:13:03.776" v="2419" actId="20577"/>
          <ac:cxnSpMkLst>
            <pc:docMk/>
            <pc:sldMk cId="449164492" sldId="684"/>
            <ac:cxnSpMk id="13" creationId="{53AE1854-E6BC-C254-C9BB-31D81DCF5F4A}"/>
          </ac:cxnSpMkLst>
        </pc:cxnChg>
      </pc:sldChg>
      <pc:sldChg chg="addSp modSp add mod">
        <pc:chgData name="M11312030 劉祐誠" userId="e73f116081f12ee1" providerId="LiveId" clId="{5E537FA5-DB35-4EE2-935A-F2ACDE49E9DD}" dt="2025-01-01T08:26:10.179" v="2533" actId="20577"/>
        <pc:sldMkLst>
          <pc:docMk/>
          <pc:sldMk cId="1705835005" sldId="685"/>
        </pc:sldMkLst>
        <pc:spChg chg="mod">
          <ac:chgData name="M11312030 劉祐誠" userId="e73f116081f12ee1" providerId="LiveId" clId="{5E537FA5-DB35-4EE2-935A-F2ACDE49E9DD}" dt="2025-01-01T08:13:37.520" v="2430" actId="20577"/>
          <ac:spMkLst>
            <pc:docMk/>
            <pc:sldMk cId="1705835005" sldId="685"/>
            <ac:spMk id="4" creationId="{EE2EAFD5-10D1-08DC-66BC-5A2472B70783}"/>
          </ac:spMkLst>
        </pc:spChg>
        <pc:spChg chg="add mod">
          <ac:chgData name="M11312030 劉祐誠" userId="e73f116081f12ee1" providerId="LiveId" clId="{5E537FA5-DB35-4EE2-935A-F2ACDE49E9DD}" dt="2025-01-01T08:26:10.179" v="2533" actId="20577"/>
          <ac:spMkLst>
            <pc:docMk/>
            <pc:sldMk cId="1705835005" sldId="685"/>
            <ac:spMk id="5" creationId="{4745E417-BFFF-3EB3-7A2D-2912ADA1B02C}"/>
          </ac:spMkLst>
        </pc:spChg>
        <pc:spChg chg="mod">
          <ac:chgData name="M11312030 劉祐誠" userId="e73f116081f12ee1" providerId="LiveId" clId="{5E537FA5-DB35-4EE2-935A-F2ACDE49E9DD}" dt="2025-01-01T08:13:34.118" v="2429" actId="14100"/>
          <ac:spMkLst>
            <pc:docMk/>
            <pc:sldMk cId="1705835005" sldId="685"/>
            <ac:spMk id="12" creationId="{32E411B4-A50D-FF97-0C76-B7C6ADF1A60D}"/>
          </ac:spMkLst>
        </pc:spChg>
        <pc:cxnChg chg="mod">
          <ac:chgData name="M11312030 劉祐誠" userId="e73f116081f12ee1" providerId="LiveId" clId="{5E537FA5-DB35-4EE2-935A-F2ACDE49E9DD}" dt="2025-01-01T08:13:34.118" v="2429" actId="14100"/>
          <ac:cxnSpMkLst>
            <pc:docMk/>
            <pc:sldMk cId="1705835005" sldId="685"/>
            <ac:cxnSpMk id="13" creationId="{D13D474A-2CF5-153F-AF7C-34DB58697B8F}"/>
          </ac:cxnSpMkLst>
        </pc:cxnChg>
      </pc:sldChg>
      <pc:sldChg chg="addSp modSp add mod">
        <pc:chgData name="M11312030 劉祐誠" userId="e73f116081f12ee1" providerId="LiveId" clId="{5E537FA5-DB35-4EE2-935A-F2ACDE49E9DD}" dt="2025-01-01T08:25:55.942" v="2528" actId="20577"/>
        <pc:sldMkLst>
          <pc:docMk/>
          <pc:sldMk cId="801998188" sldId="686"/>
        </pc:sldMkLst>
        <pc:spChg chg="mod">
          <ac:chgData name="M11312030 劉祐誠" userId="e73f116081f12ee1" providerId="LiveId" clId="{5E537FA5-DB35-4EE2-935A-F2ACDE49E9DD}" dt="2025-01-01T08:14:02.203" v="2433" actId="20577"/>
          <ac:spMkLst>
            <pc:docMk/>
            <pc:sldMk cId="801998188" sldId="686"/>
            <ac:spMk id="4" creationId="{5171950D-D4EC-677B-25BD-878B2A25384C}"/>
          </ac:spMkLst>
        </pc:spChg>
        <pc:spChg chg="add mod">
          <ac:chgData name="M11312030 劉祐誠" userId="e73f116081f12ee1" providerId="LiveId" clId="{5E537FA5-DB35-4EE2-935A-F2ACDE49E9DD}" dt="2025-01-01T08:25:55.942" v="2528" actId="20577"/>
          <ac:spMkLst>
            <pc:docMk/>
            <pc:sldMk cId="801998188" sldId="686"/>
            <ac:spMk id="5" creationId="{5580F7B4-C4BD-42D3-BD50-9F5F533CF7A1}"/>
          </ac:spMkLst>
        </pc:spChg>
        <pc:spChg chg="mod">
          <ac:chgData name="M11312030 劉祐誠" userId="e73f116081f12ee1" providerId="LiveId" clId="{5E537FA5-DB35-4EE2-935A-F2ACDE49E9DD}" dt="2025-01-01T08:14:19.071" v="2435" actId="14100"/>
          <ac:spMkLst>
            <pc:docMk/>
            <pc:sldMk cId="801998188" sldId="686"/>
            <ac:spMk id="12" creationId="{44D6090A-37C5-843F-B9E3-23EF51D25189}"/>
          </ac:spMkLst>
        </pc:spChg>
        <pc:cxnChg chg="mod">
          <ac:chgData name="M11312030 劉祐誠" userId="e73f116081f12ee1" providerId="LiveId" clId="{5E537FA5-DB35-4EE2-935A-F2ACDE49E9DD}" dt="2025-01-01T08:14:19.071" v="2435" actId="14100"/>
          <ac:cxnSpMkLst>
            <pc:docMk/>
            <pc:sldMk cId="801998188" sldId="686"/>
            <ac:cxnSpMk id="13" creationId="{F63876F5-A128-B6FB-1C99-57E244658FFE}"/>
          </ac:cxnSpMkLst>
        </pc:cxnChg>
      </pc:sldChg>
      <pc:sldChg chg="addSp modSp add mod ord">
        <pc:chgData name="M11312030 劉祐誠" userId="e73f116081f12ee1" providerId="LiveId" clId="{5E537FA5-DB35-4EE2-935A-F2ACDE49E9DD}" dt="2025-01-01T08:26:36.911" v="2541" actId="14100"/>
        <pc:sldMkLst>
          <pc:docMk/>
          <pc:sldMk cId="678277286" sldId="687"/>
        </pc:sldMkLst>
        <pc:spChg chg="add mod">
          <ac:chgData name="M11312030 劉祐誠" userId="e73f116081f12ee1" providerId="LiveId" clId="{5E537FA5-DB35-4EE2-935A-F2ACDE49E9DD}" dt="2025-01-01T08:18:11.744" v="2490" actId="20577"/>
          <ac:spMkLst>
            <pc:docMk/>
            <pc:sldMk cId="678277286" sldId="687"/>
            <ac:spMk id="2" creationId="{8208BC9C-E3B0-54E7-CEA8-B6A0DEDEBBBB}"/>
          </ac:spMkLst>
        </pc:spChg>
        <pc:spChg chg="mod">
          <ac:chgData name="M11312030 劉祐誠" userId="e73f116081f12ee1" providerId="LiveId" clId="{5E537FA5-DB35-4EE2-935A-F2ACDE49E9DD}" dt="2025-01-01T08:17:29.514" v="2480" actId="20577"/>
          <ac:spMkLst>
            <pc:docMk/>
            <pc:sldMk cId="678277286" sldId="687"/>
            <ac:spMk id="4" creationId="{68BFAD4E-5625-67C0-D690-5254F01448BB}"/>
          </ac:spMkLst>
        </pc:spChg>
        <pc:spChg chg="add mod">
          <ac:chgData name="M11312030 劉祐誠" userId="e73f116081f12ee1" providerId="LiveId" clId="{5E537FA5-DB35-4EE2-935A-F2ACDE49E9DD}" dt="2025-01-01T08:26:36.911" v="2541" actId="14100"/>
          <ac:spMkLst>
            <pc:docMk/>
            <pc:sldMk cId="678277286" sldId="687"/>
            <ac:spMk id="6" creationId="{3216A0D1-7AD5-2CA2-9904-F5F891748DC8}"/>
          </ac:spMkLst>
        </pc:spChg>
        <pc:spChg chg="mod">
          <ac:chgData name="M11312030 劉祐誠" userId="e73f116081f12ee1" providerId="LiveId" clId="{5E537FA5-DB35-4EE2-935A-F2ACDE49E9DD}" dt="2025-01-01T08:17:20.044" v="2465" actId="20577"/>
          <ac:spMkLst>
            <pc:docMk/>
            <pc:sldMk cId="678277286" sldId="687"/>
            <ac:spMk id="12" creationId="{D014EAC3-1132-7DDD-FE67-956E1CEDF890}"/>
          </ac:spMkLst>
        </pc:spChg>
        <pc:picChg chg="mod">
          <ac:chgData name="M11312030 劉祐誠" userId="e73f116081f12ee1" providerId="LiveId" clId="{5E537FA5-DB35-4EE2-935A-F2ACDE49E9DD}" dt="2025-01-01T08:18:07.639" v="2487" actId="1076"/>
          <ac:picMkLst>
            <pc:docMk/>
            <pc:sldMk cId="678277286" sldId="687"/>
            <ac:picMk id="1026" creationId="{83010D2F-71FC-4D92-0A0C-1E1EFA6B8F8A}"/>
          </ac:picMkLst>
        </pc:picChg>
        <pc:cxnChg chg="mod">
          <ac:chgData name="M11312030 劉祐誠" userId="e73f116081f12ee1" providerId="LiveId" clId="{5E537FA5-DB35-4EE2-935A-F2ACDE49E9DD}" dt="2025-01-01T08:17:19.612" v="2464" actId="20577"/>
          <ac:cxnSpMkLst>
            <pc:docMk/>
            <pc:sldMk cId="678277286" sldId="687"/>
            <ac:cxnSpMk id="13" creationId="{B2A65040-F18D-7449-C107-DB63E3074480}"/>
          </ac:cxnSpMkLst>
        </pc:cxnChg>
      </pc:sldChg>
      <pc:sldChg chg="addSp modSp add mod ord">
        <pc:chgData name="M11312030 劉祐誠" userId="e73f116081f12ee1" providerId="LiveId" clId="{5E537FA5-DB35-4EE2-935A-F2ACDE49E9DD}" dt="2025-01-01T08:31:14.695" v="2608" actId="207"/>
        <pc:sldMkLst>
          <pc:docMk/>
          <pc:sldMk cId="4196757113" sldId="688"/>
        </pc:sldMkLst>
        <pc:spChg chg="mod">
          <ac:chgData name="M11312030 劉祐誠" userId="e73f116081f12ee1" providerId="LiveId" clId="{5E537FA5-DB35-4EE2-935A-F2ACDE49E9DD}" dt="2025-01-01T08:29:15.641" v="2567" actId="1076"/>
          <ac:spMkLst>
            <pc:docMk/>
            <pc:sldMk cId="4196757113" sldId="688"/>
            <ac:spMk id="3" creationId="{9FC99CA4-CF2A-DEA6-72D5-1A6C531EFE39}"/>
          </ac:spMkLst>
        </pc:spChg>
        <pc:spChg chg="mod">
          <ac:chgData name="M11312030 劉祐誠" userId="e73f116081f12ee1" providerId="LiveId" clId="{5E537FA5-DB35-4EE2-935A-F2ACDE49E9DD}" dt="2025-01-01T08:31:03.999" v="2604" actId="1076"/>
          <ac:spMkLst>
            <pc:docMk/>
            <pc:sldMk cId="4196757113" sldId="688"/>
            <ac:spMk id="4" creationId="{BE738C4D-B96F-6C35-4871-8B492531BA4E}"/>
          </ac:spMkLst>
        </pc:spChg>
        <pc:spChg chg="add mod">
          <ac:chgData name="M11312030 劉祐誠" userId="e73f116081f12ee1" providerId="LiveId" clId="{5E537FA5-DB35-4EE2-935A-F2ACDE49E9DD}" dt="2025-01-01T08:31:06.902" v="2605" actId="1076"/>
          <ac:spMkLst>
            <pc:docMk/>
            <pc:sldMk cId="4196757113" sldId="688"/>
            <ac:spMk id="6" creationId="{F3C33849-8B03-E554-DEE2-5B89B23B8B45}"/>
          </ac:spMkLst>
        </pc:spChg>
        <pc:spChg chg="mod">
          <ac:chgData name="M11312030 劉祐誠" userId="e73f116081f12ee1" providerId="LiveId" clId="{5E537FA5-DB35-4EE2-935A-F2ACDE49E9DD}" dt="2025-01-01T08:24:05.979" v="2510" actId="14100"/>
          <ac:spMkLst>
            <pc:docMk/>
            <pc:sldMk cId="4196757113" sldId="688"/>
            <ac:spMk id="12" creationId="{22C9FC78-7C07-4932-0E8A-063022D941FD}"/>
          </ac:spMkLst>
        </pc:spChg>
        <pc:spChg chg="add mod">
          <ac:chgData name="M11312030 劉祐誠" userId="e73f116081f12ee1" providerId="LiveId" clId="{5E537FA5-DB35-4EE2-935A-F2ACDE49E9DD}" dt="2025-01-01T08:31:14.695" v="2608" actId="207"/>
          <ac:spMkLst>
            <pc:docMk/>
            <pc:sldMk cId="4196757113" sldId="688"/>
            <ac:spMk id="16" creationId="{FAA3E124-93B7-202B-A67C-10C2384EE081}"/>
          </ac:spMkLst>
        </pc:spChg>
        <pc:spChg chg="add mod">
          <ac:chgData name="M11312030 劉祐誠" userId="e73f116081f12ee1" providerId="LiveId" clId="{5E537FA5-DB35-4EE2-935A-F2ACDE49E9DD}" dt="2025-01-01T08:31:09.582" v="2606" actId="14100"/>
          <ac:spMkLst>
            <pc:docMk/>
            <pc:sldMk cId="4196757113" sldId="688"/>
            <ac:spMk id="17" creationId="{C9ABECCE-2302-08CB-BD78-2483182BA651}"/>
          </ac:spMkLst>
        </pc:spChg>
        <pc:cxnChg chg="mod">
          <ac:chgData name="M11312030 劉祐誠" userId="e73f116081f12ee1" providerId="LiveId" clId="{5E537FA5-DB35-4EE2-935A-F2ACDE49E9DD}" dt="2025-01-01T08:24:05.979" v="2510" actId="14100"/>
          <ac:cxnSpMkLst>
            <pc:docMk/>
            <pc:sldMk cId="4196757113" sldId="688"/>
            <ac:cxnSpMk id="13" creationId="{6F48A69F-820E-381A-7D5F-6443E252EF43}"/>
          </ac:cxnSpMkLst>
        </pc:cxnChg>
      </pc:sldChg>
      <pc:sldChg chg="addSp delSp modSp add mod">
        <pc:chgData name="M11312030 劉祐誠" userId="e73f116081f12ee1" providerId="LiveId" clId="{5E537FA5-DB35-4EE2-935A-F2ACDE49E9DD}" dt="2025-01-01T09:41:39.833" v="2759" actId="1076"/>
        <pc:sldMkLst>
          <pc:docMk/>
          <pc:sldMk cId="2820302420" sldId="689"/>
        </pc:sldMkLst>
        <pc:spChg chg="mod">
          <ac:chgData name="M11312030 劉祐誠" userId="e73f116081f12ee1" providerId="LiveId" clId="{5E537FA5-DB35-4EE2-935A-F2ACDE49E9DD}" dt="2025-01-01T09:19:17.531" v="2656" actId="14100"/>
          <ac:spMkLst>
            <pc:docMk/>
            <pc:sldMk cId="2820302420" sldId="689"/>
            <ac:spMk id="12" creationId="{A1580F90-4399-DA57-466D-978A2EBDDC92}"/>
          </ac:spMkLst>
        </pc:spChg>
        <pc:spChg chg="add mod">
          <ac:chgData name="M11312030 劉祐誠" userId="e73f116081f12ee1" providerId="LiveId" clId="{5E537FA5-DB35-4EE2-935A-F2ACDE49E9DD}" dt="2025-01-01T09:41:36.556" v="2758" actId="20577"/>
          <ac:spMkLst>
            <pc:docMk/>
            <pc:sldMk cId="2820302420" sldId="689"/>
            <ac:spMk id="21" creationId="{4AF4B983-3608-53EA-DFE7-4DF7C81136E9}"/>
          </ac:spMkLst>
        </pc:spChg>
        <pc:picChg chg="add mod">
          <ac:chgData name="M11312030 劉祐誠" userId="e73f116081f12ee1" providerId="LiveId" clId="{5E537FA5-DB35-4EE2-935A-F2ACDE49E9DD}" dt="2025-01-01T09:29:45.855" v="2657" actId="1076"/>
          <ac:picMkLst>
            <pc:docMk/>
            <pc:sldMk cId="2820302420" sldId="689"/>
            <ac:picMk id="16" creationId="{DD46A193-19A6-A1E3-B34F-54B91703A2AA}"/>
          </ac:picMkLst>
        </pc:picChg>
        <pc:picChg chg="add mod">
          <ac:chgData name="M11312030 劉祐誠" userId="e73f116081f12ee1" providerId="LiveId" clId="{5E537FA5-DB35-4EE2-935A-F2ACDE49E9DD}" dt="2025-01-01T09:41:39.833" v="2759" actId="1076"/>
          <ac:picMkLst>
            <pc:docMk/>
            <pc:sldMk cId="2820302420" sldId="689"/>
            <ac:picMk id="18" creationId="{BF2AE085-9C8A-5EE1-AF5B-4FFD80BD6C55}"/>
          </ac:picMkLst>
        </pc:picChg>
        <pc:cxnChg chg="mod">
          <ac:chgData name="M11312030 劉祐誠" userId="e73f116081f12ee1" providerId="LiveId" clId="{5E537FA5-DB35-4EE2-935A-F2ACDE49E9DD}" dt="2025-01-01T09:19:17.531" v="2656" actId="14100"/>
          <ac:cxnSpMkLst>
            <pc:docMk/>
            <pc:sldMk cId="2820302420" sldId="689"/>
            <ac:cxnSpMk id="13" creationId="{B0041CD2-CF5F-A488-4C0D-90D484275DB3}"/>
          </ac:cxnSpMkLst>
        </pc:cxnChg>
        <pc:cxnChg chg="add mod">
          <ac:chgData name="M11312030 劉祐誠" userId="e73f116081f12ee1" providerId="LiveId" clId="{5E537FA5-DB35-4EE2-935A-F2ACDE49E9DD}" dt="2025-01-01T09:41:05.748" v="2753" actId="208"/>
          <ac:cxnSpMkLst>
            <pc:docMk/>
            <pc:sldMk cId="2820302420" sldId="689"/>
            <ac:cxnSpMk id="24" creationId="{33BE1049-96E4-6BB9-2AEA-73FC7FA1A1BD}"/>
          </ac:cxnSpMkLst>
        </pc:cxnChg>
      </pc:sldChg>
      <pc:sldChg chg="new del">
        <pc:chgData name="M11312030 劉祐誠" userId="e73f116081f12ee1" providerId="LiveId" clId="{5E537FA5-DB35-4EE2-935A-F2ACDE49E9DD}" dt="2025-01-01T08:39:01.702" v="2610" actId="47"/>
        <pc:sldMkLst>
          <pc:docMk/>
          <pc:sldMk cId="3213893808" sldId="689"/>
        </pc:sldMkLst>
      </pc:sldChg>
      <pc:sldChg chg="addSp delSp modSp add mod">
        <pc:chgData name="M11312030 劉祐誠" userId="e73f116081f12ee1" providerId="LiveId" clId="{5E537FA5-DB35-4EE2-935A-F2ACDE49E9DD}" dt="2025-01-02T06:24:11.186" v="2921" actId="1076"/>
        <pc:sldMkLst>
          <pc:docMk/>
          <pc:sldMk cId="480811401" sldId="690"/>
        </pc:sldMkLst>
        <pc:spChg chg="mod">
          <ac:chgData name="M11312030 劉祐誠" userId="e73f116081f12ee1" providerId="LiveId" clId="{5E537FA5-DB35-4EE2-935A-F2ACDE49E9DD}" dt="2025-01-02T05:57:17.685" v="2820" actId="14100"/>
          <ac:spMkLst>
            <pc:docMk/>
            <pc:sldMk cId="480811401" sldId="690"/>
            <ac:spMk id="12" creationId="{8F01CF55-A996-B9FA-9937-930ECCE5DA39}"/>
          </ac:spMkLst>
        </pc:spChg>
        <pc:spChg chg="add mod">
          <ac:chgData name="M11312030 劉祐誠" userId="e73f116081f12ee1" providerId="LiveId" clId="{5E537FA5-DB35-4EE2-935A-F2ACDE49E9DD}" dt="2025-01-02T06:17:36.254" v="2870" actId="113"/>
          <ac:spMkLst>
            <pc:docMk/>
            <pc:sldMk cId="480811401" sldId="690"/>
            <ac:spMk id="19" creationId="{4CDC6D7D-9233-2CA2-9B73-FC24876916D1}"/>
          </ac:spMkLst>
        </pc:spChg>
        <pc:spChg chg="add mod">
          <ac:chgData name="M11312030 劉祐誠" userId="e73f116081f12ee1" providerId="LiveId" clId="{5E537FA5-DB35-4EE2-935A-F2ACDE49E9DD}" dt="2025-01-02T06:17:40.246" v="2871" actId="113"/>
          <ac:spMkLst>
            <pc:docMk/>
            <pc:sldMk cId="480811401" sldId="690"/>
            <ac:spMk id="22" creationId="{60889AE8-B0D2-AEE5-3908-4EB97B6EF44B}"/>
          </ac:spMkLst>
        </pc:spChg>
        <pc:spChg chg="add mod">
          <ac:chgData name="M11312030 劉祐誠" userId="e73f116081f12ee1" providerId="LiveId" clId="{5E537FA5-DB35-4EE2-935A-F2ACDE49E9DD}" dt="2025-01-02T06:20:32.308" v="2898" actId="1076"/>
          <ac:spMkLst>
            <pc:docMk/>
            <pc:sldMk cId="480811401" sldId="690"/>
            <ac:spMk id="25" creationId="{0B7FDB49-5EFF-617E-D6A9-06ED887CF98D}"/>
          </ac:spMkLst>
        </pc:spChg>
        <pc:spChg chg="add mod">
          <ac:chgData name="M11312030 劉祐誠" userId="e73f116081f12ee1" providerId="LiveId" clId="{5E537FA5-DB35-4EE2-935A-F2ACDE49E9DD}" dt="2025-01-02T06:23:01.339" v="2903" actId="1076"/>
          <ac:spMkLst>
            <pc:docMk/>
            <pc:sldMk cId="480811401" sldId="690"/>
            <ac:spMk id="27" creationId="{B7F6325A-DC47-D7B6-4CBF-5FDB13B964EC}"/>
          </ac:spMkLst>
        </pc:spChg>
        <pc:spChg chg="add mod">
          <ac:chgData name="M11312030 劉祐誠" userId="e73f116081f12ee1" providerId="LiveId" clId="{5E537FA5-DB35-4EE2-935A-F2ACDE49E9DD}" dt="2025-01-02T06:23:20.301" v="2916" actId="20577"/>
          <ac:spMkLst>
            <pc:docMk/>
            <pc:sldMk cId="480811401" sldId="690"/>
            <ac:spMk id="28" creationId="{9DAB208E-6E08-1B4C-76AD-BD9713359B92}"/>
          </ac:spMkLst>
        </pc:spChg>
        <pc:spChg chg="add mod">
          <ac:chgData name="M11312030 劉祐誠" userId="e73f116081f12ee1" providerId="LiveId" clId="{5E537FA5-DB35-4EE2-935A-F2ACDE49E9DD}" dt="2025-01-02T06:24:11.186" v="2921" actId="1076"/>
          <ac:spMkLst>
            <pc:docMk/>
            <pc:sldMk cId="480811401" sldId="690"/>
            <ac:spMk id="30" creationId="{E12CF979-AABB-EF53-E48C-DC9CF65B8186}"/>
          </ac:spMkLst>
        </pc:spChg>
        <pc:picChg chg="add mod">
          <ac:chgData name="M11312030 劉祐誠" userId="e73f116081f12ee1" providerId="LiveId" clId="{5E537FA5-DB35-4EE2-935A-F2ACDE49E9DD}" dt="2025-01-02T06:04:13.730" v="2824" actId="1076"/>
          <ac:picMkLst>
            <pc:docMk/>
            <pc:sldMk cId="480811401" sldId="690"/>
            <ac:picMk id="3" creationId="{7108C03C-D224-05F2-40E8-5667CCE437F5}"/>
          </ac:picMkLst>
        </pc:picChg>
        <pc:picChg chg="add mod">
          <ac:chgData name="M11312030 劉祐誠" userId="e73f116081f12ee1" providerId="LiveId" clId="{5E537FA5-DB35-4EE2-935A-F2ACDE49E9DD}" dt="2025-01-02T06:04:12.363" v="2823" actId="1076"/>
          <ac:picMkLst>
            <pc:docMk/>
            <pc:sldMk cId="480811401" sldId="690"/>
            <ac:picMk id="5" creationId="{B1F949AD-C7D3-4C6C-98CC-F1E0BED33C5E}"/>
          </ac:picMkLst>
        </pc:picChg>
        <pc:cxnChg chg="mod">
          <ac:chgData name="M11312030 劉祐誠" userId="e73f116081f12ee1" providerId="LiveId" clId="{5E537FA5-DB35-4EE2-935A-F2ACDE49E9DD}" dt="2025-01-02T05:57:17.685" v="2820" actId="14100"/>
          <ac:cxnSpMkLst>
            <pc:docMk/>
            <pc:sldMk cId="480811401" sldId="690"/>
            <ac:cxnSpMk id="13" creationId="{C0B709E6-1FB9-04B1-AD24-A483E4D3F1FD}"/>
          </ac:cxnSpMkLst>
        </pc:cxnChg>
      </pc:sldChg>
      <pc:sldChg chg="add del">
        <pc:chgData name="M11312030 劉祐誠" userId="e73f116081f12ee1" providerId="LiveId" clId="{5E537FA5-DB35-4EE2-935A-F2ACDE49E9DD}" dt="2025-01-01T08:40:25.252" v="2614"/>
        <pc:sldMkLst>
          <pc:docMk/>
          <pc:sldMk cId="625578510" sldId="690"/>
        </pc:sldMkLst>
      </pc:sldChg>
      <pc:sldChg chg="addSp delSp modSp add mod">
        <pc:chgData name="M11312030 劉祐誠" userId="e73f116081f12ee1" providerId="LiveId" clId="{5E537FA5-DB35-4EE2-935A-F2ACDE49E9DD}" dt="2025-01-02T08:19:25.744" v="3060" actId="20577"/>
        <pc:sldMkLst>
          <pc:docMk/>
          <pc:sldMk cId="949492611" sldId="691"/>
        </pc:sldMkLst>
        <pc:spChg chg="add mod">
          <ac:chgData name="M11312030 劉祐誠" userId="e73f116081f12ee1" providerId="LiveId" clId="{5E537FA5-DB35-4EE2-935A-F2ACDE49E9DD}" dt="2025-01-02T07:17:09.412" v="2965" actId="1076"/>
          <ac:spMkLst>
            <pc:docMk/>
            <pc:sldMk cId="949492611" sldId="691"/>
            <ac:spMk id="16" creationId="{BFDAC673-7247-7664-ABB4-DEBF120A67F8}"/>
          </ac:spMkLst>
        </pc:spChg>
        <pc:spChg chg="add mod">
          <ac:chgData name="M11312030 劉祐誠" userId="e73f116081f12ee1" providerId="LiveId" clId="{5E537FA5-DB35-4EE2-935A-F2ACDE49E9DD}" dt="2025-01-02T07:17:31.477" v="2968" actId="14100"/>
          <ac:spMkLst>
            <pc:docMk/>
            <pc:sldMk cId="949492611" sldId="691"/>
            <ac:spMk id="17" creationId="{9AEE9FAF-1E2F-14E4-6B81-724DF5DB622B}"/>
          </ac:spMkLst>
        </pc:spChg>
        <pc:spChg chg="add mod">
          <ac:chgData name="M11312030 劉祐誠" userId="e73f116081f12ee1" providerId="LiveId" clId="{5E537FA5-DB35-4EE2-935A-F2ACDE49E9DD}" dt="2025-01-02T08:19:25.744" v="3060" actId="20577"/>
          <ac:spMkLst>
            <pc:docMk/>
            <pc:sldMk cId="949492611" sldId="691"/>
            <ac:spMk id="18" creationId="{BED2254C-E973-E0CA-5E19-D2882E8BE0C9}"/>
          </ac:spMkLst>
        </pc:spChg>
        <pc:picChg chg="add mod">
          <ac:chgData name="M11312030 劉祐誠" userId="e73f116081f12ee1" providerId="LiveId" clId="{5E537FA5-DB35-4EE2-935A-F2ACDE49E9DD}" dt="2025-01-02T07:17:06.213" v="2964" actId="1076"/>
          <ac:picMkLst>
            <pc:docMk/>
            <pc:sldMk cId="949492611" sldId="691"/>
            <ac:picMk id="4" creationId="{8C5B001F-9ADF-CFD3-043D-3B1E50AD882D}"/>
          </ac:picMkLst>
        </pc:picChg>
      </pc:sldChg>
      <pc:sldChg chg="addSp delSp modSp add mod">
        <pc:chgData name="M11312030 劉祐誠" userId="e73f116081f12ee1" providerId="LiveId" clId="{5E537FA5-DB35-4EE2-935A-F2ACDE49E9DD}" dt="2025-01-02T08:55:29.934" v="3156" actId="14100"/>
        <pc:sldMkLst>
          <pc:docMk/>
          <pc:sldMk cId="2780906098" sldId="692"/>
        </pc:sldMkLst>
        <pc:spChg chg="add mod">
          <ac:chgData name="M11312030 劉祐誠" userId="e73f116081f12ee1" providerId="LiveId" clId="{5E537FA5-DB35-4EE2-935A-F2ACDE49E9DD}" dt="2025-01-02T08:46:48.512" v="3137" actId="207"/>
          <ac:spMkLst>
            <pc:docMk/>
            <pc:sldMk cId="2780906098" sldId="692"/>
            <ac:spMk id="6" creationId="{C658AFAE-6C20-0762-E290-01044730CAAD}"/>
          </ac:spMkLst>
        </pc:spChg>
        <pc:spChg chg="mod">
          <ac:chgData name="M11312030 劉祐誠" userId="e73f116081f12ee1" providerId="LiveId" clId="{5E537FA5-DB35-4EE2-935A-F2ACDE49E9DD}" dt="2025-01-02T08:55:29.934" v="3156" actId="14100"/>
          <ac:spMkLst>
            <pc:docMk/>
            <pc:sldMk cId="2780906098" sldId="692"/>
            <ac:spMk id="12" creationId="{433F7CFE-90DB-03D4-4861-1153AFED2FC0}"/>
          </ac:spMkLst>
        </pc:spChg>
        <pc:spChg chg="add mod">
          <ac:chgData name="M11312030 劉祐誠" userId="e73f116081f12ee1" providerId="LiveId" clId="{5E537FA5-DB35-4EE2-935A-F2ACDE49E9DD}" dt="2025-01-02T08:48:16.313" v="3145" actId="207"/>
          <ac:spMkLst>
            <pc:docMk/>
            <pc:sldMk cId="2780906098" sldId="692"/>
            <ac:spMk id="20" creationId="{18DCFF86-8ECB-5291-A418-CE49D42073E7}"/>
          </ac:spMkLst>
        </pc:spChg>
        <pc:picChg chg="add mod">
          <ac:chgData name="M11312030 劉祐誠" userId="e73f116081f12ee1" providerId="LiveId" clId="{5E537FA5-DB35-4EE2-935A-F2ACDE49E9DD}" dt="2025-01-02T08:22:36.113" v="3069" actId="1076"/>
          <ac:picMkLst>
            <pc:docMk/>
            <pc:sldMk cId="2780906098" sldId="692"/>
            <ac:picMk id="3" creationId="{59C4498D-0465-5AA7-1E9E-26AF5FB87026}"/>
          </ac:picMkLst>
        </pc:picChg>
        <pc:cxnChg chg="mod">
          <ac:chgData name="M11312030 劉祐誠" userId="e73f116081f12ee1" providerId="LiveId" clId="{5E537FA5-DB35-4EE2-935A-F2ACDE49E9DD}" dt="2025-01-02T08:55:29.934" v="3156" actId="14100"/>
          <ac:cxnSpMkLst>
            <pc:docMk/>
            <pc:sldMk cId="2780906098" sldId="692"/>
            <ac:cxnSpMk id="13" creationId="{A2749349-941F-6D1F-D3D5-D4B21AEA59F1}"/>
          </ac:cxnSpMkLst>
        </pc:cxnChg>
      </pc:sldChg>
      <pc:sldChg chg="addSp delSp modSp add mod">
        <pc:chgData name="M11312030 劉祐誠" userId="e73f116081f12ee1" providerId="LiveId" clId="{5E537FA5-DB35-4EE2-935A-F2ACDE49E9DD}" dt="2025-01-02T08:55:35.069" v="3158" actId="14100"/>
        <pc:sldMkLst>
          <pc:docMk/>
          <pc:sldMk cId="1794303324" sldId="693"/>
        </pc:sldMkLst>
        <pc:spChg chg="mod">
          <ac:chgData name="M11312030 劉祐誠" userId="e73f116081f12ee1" providerId="LiveId" clId="{5E537FA5-DB35-4EE2-935A-F2ACDE49E9DD}" dt="2025-01-02T08:55:35.069" v="3158" actId="14100"/>
          <ac:spMkLst>
            <pc:docMk/>
            <pc:sldMk cId="1794303324" sldId="693"/>
            <ac:spMk id="12" creationId="{456B4263-29AD-D193-DA6C-3D6BF87EF9E2}"/>
          </ac:spMkLst>
        </pc:spChg>
        <pc:picChg chg="add mod">
          <ac:chgData name="M11312030 劉祐誠" userId="e73f116081f12ee1" providerId="LiveId" clId="{5E537FA5-DB35-4EE2-935A-F2ACDE49E9DD}" dt="2025-01-02T08:35:19.724" v="3075" actId="1076"/>
          <ac:picMkLst>
            <pc:docMk/>
            <pc:sldMk cId="1794303324" sldId="693"/>
            <ac:picMk id="4" creationId="{F1161730-FB87-F9D6-51D5-A619BDE60225}"/>
          </ac:picMkLst>
        </pc:picChg>
        <pc:cxnChg chg="mod">
          <ac:chgData name="M11312030 劉祐誠" userId="e73f116081f12ee1" providerId="LiveId" clId="{5E537FA5-DB35-4EE2-935A-F2ACDE49E9DD}" dt="2025-01-02T08:55:35.069" v="3158" actId="14100"/>
          <ac:cxnSpMkLst>
            <pc:docMk/>
            <pc:sldMk cId="1794303324" sldId="693"/>
            <ac:cxnSpMk id="13" creationId="{4AD2DDB1-AB3D-B2F4-6135-3FB4C13FBABD}"/>
          </ac:cxnSpMkLst>
        </pc:cxnChg>
      </pc:sldChg>
      <pc:sldChg chg="new del">
        <pc:chgData name="M11312030 劉祐誠" userId="e73f116081f12ee1" providerId="LiveId" clId="{5E537FA5-DB35-4EE2-935A-F2ACDE49E9DD}" dt="2025-01-02T08:54:28.534" v="3147" actId="47"/>
        <pc:sldMkLst>
          <pc:docMk/>
          <pc:sldMk cId="2003756395" sldId="694"/>
        </pc:sldMkLst>
      </pc:sldChg>
      <pc:sldChg chg="addSp delSp modSp add mod">
        <pc:chgData name="M11312030 劉祐誠" userId="e73f116081f12ee1" providerId="LiveId" clId="{5E537FA5-DB35-4EE2-935A-F2ACDE49E9DD}" dt="2025-01-02T09:11:28.970" v="3303" actId="20577"/>
        <pc:sldMkLst>
          <pc:docMk/>
          <pc:sldMk cId="3929608508" sldId="694"/>
        </pc:sldMkLst>
        <pc:spChg chg="add mod">
          <ac:chgData name="M11312030 劉祐誠" userId="e73f116081f12ee1" providerId="LiveId" clId="{5E537FA5-DB35-4EE2-935A-F2ACDE49E9DD}" dt="2025-01-02T09:07:56.478" v="3246" actId="1076"/>
          <ac:spMkLst>
            <pc:docMk/>
            <pc:sldMk cId="3929608508" sldId="694"/>
            <ac:spMk id="6" creationId="{7DDBE658-F552-47A3-AE9E-0D8C7FCCA684}"/>
          </ac:spMkLst>
        </pc:spChg>
        <pc:spChg chg="add mod">
          <ac:chgData name="M11312030 劉祐誠" userId="e73f116081f12ee1" providerId="LiveId" clId="{5E537FA5-DB35-4EE2-935A-F2ACDE49E9DD}" dt="2025-01-02T09:11:28.970" v="3303" actId="20577"/>
          <ac:spMkLst>
            <pc:docMk/>
            <pc:sldMk cId="3929608508" sldId="694"/>
            <ac:spMk id="16" creationId="{9D721CFF-A241-2013-F4FE-E5DDA1D28459}"/>
          </ac:spMkLst>
        </pc:spChg>
        <pc:picChg chg="add mod">
          <ac:chgData name="M11312030 劉祐誠" userId="e73f116081f12ee1" providerId="LiveId" clId="{5E537FA5-DB35-4EE2-935A-F2ACDE49E9DD}" dt="2025-01-02T09:05:33.591" v="3223" actId="1076"/>
          <ac:picMkLst>
            <pc:docMk/>
            <pc:sldMk cId="3929608508" sldId="694"/>
            <ac:picMk id="3" creationId="{6B0DB592-8EA9-F921-85EC-BC4796759792}"/>
          </ac:picMkLst>
        </pc:picChg>
      </pc:sldChg>
      <pc:sldChg chg="del">
        <pc:chgData name="M11312030 劉祐誠" userId="e73f116081f12ee1" providerId="LiveId" clId="{5E537FA5-DB35-4EE2-935A-F2ACDE49E9DD}" dt="2024-12-23T05:23:36.952" v="41" actId="47"/>
        <pc:sldMkLst>
          <pc:docMk/>
          <pc:sldMk cId="113422263" sldId="695"/>
        </pc:sldMkLst>
      </pc:sldChg>
      <pc:sldChg chg="del">
        <pc:chgData name="M11312030 劉祐誠" userId="e73f116081f12ee1" providerId="LiveId" clId="{5E537FA5-DB35-4EE2-935A-F2ACDE49E9DD}" dt="2024-12-23T05:23:40.131" v="44" actId="47"/>
        <pc:sldMkLst>
          <pc:docMk/>
          <pc:sldMk cId="1152696665" sldId="696"/>
        </pc:sldMkLst>
      </pc:sldChg>
      <pc:sldChg chg="del">
        <pc:chgData name="M11312030 劉祐誠" userId="e73f116081f12ee1" providerId="LiveId" clId="{5E537FA5-DB35-4EE2-935A-F2ACDE49E9DD}" dt="2024-12-23T05:23:37.680" v="42" actId="47"/>
        <pc:sldMkLst>
          <pc:docMk/>
          <pc:sldMk cId="3836631186" sldId="712"/>
        </pc:sldMkLst>
      </pc:sldChg>
      <pc:sldChg chg="del">
        <pc:chgData name="M11312030 劉祐誠" userId="e73f116081f12ee1" providerId="LiveId" clId="{5E537FA5-DB35-4EE2-935A-F2ACDE49E9DD}" dt="2024-12-23T05:23:38.810" v="43" actId="47"/>
        <pc:sldMkLst>
          <pc:docMk/>
          <pc:sldMk cId="380968957" sldId="713"/>
        </pc:sldMkLst>
      </pc:sldChg>
      <pc:sldChg chg="del">
        <pc:chgData name="M11312030 劉祐誠" userId="e73f116081f12ee1" providerId="LiveId" clId="{5E537FA5-DB35-4EE2-935A-F2ACDE49E9DD}" dt="2024-12-23T05:23:41.104" v="45" actId="47"/>
        <pc:sldMkLst>
          <pc:docMk/>
          <pc:sldMk cId="3501506810" sldId="714"/>
        </pc:sldMkLst>
      </pc:sldChg>
      <pc:sldChg chg="del">
        <pc:chgData name="M11312030 劉祐誠" userId="e73f116081f12ee1" providerId="LiveId" clId="{5E537FA5-DB35-4EE2-935A-F2ACDE49E9DD}" dt="2024-12-23T05:23:41.872" v="46" actId="47"/>
        <pc:sldMkLst>
          <pc:docMk/>
          <pc:sldMk cId="2549933208" sldId="715"/>
        </pc:sldMkLst>
      </pc:sldChg>
      <pc:sldChg chg="del">
        <pc:chgData name="M11312030 劉祐誠" userId="e73f116081f12ee1" providerId="LiveId" clId="{5E537FA5-DB35-4EE2-935A-F2ACDE49E9DD}" dt="2024-12-23T05:23:42.681" v="47" actId="47"/>
        <pc:sldMkLst>
          <pc:docMk/>
          <pc:sldMk cId="571251182" sldId="716"/>
        </pc:sldMkLst>
      </pc:sldChg>
      <pc:sldChg chg="del">
        <pc:chgData name="M11312030 劉祐誠" userId="e73f116081f12ee1" providerId="LiveId" clId="{5E537FA5-DB35-4EE2-935A-F2ACDE49E9DD}" dt="2024-12-23T05:23:43.408" v="48" actId="47"/>
        <pc:sldMkLst>
          <pc:docMk/>
          <pc:sldMk cId="2262804592" sldId="717"/>
        </pc:sldMkLst>
      </pc:sldChg>
      <pc:sldChg chg="del">
        <pc:chgData name="M11312030 劉祐誠" userId="e73f116081f12ee1" providerId="LiveId" clId="{5E537FA5-DB35-4EE2-935A-F2ACDE49E9DD}" dt="2024-12-23T05:23:44.254" v="49" actId="47"/>
        <pc:sldMkLst>
          <pc:docMk/>
          <pc:sldMk cId="2334315625" sldId="718"/>
        </pc:sldMkLst>
      </pc:sldChg>
      <pc:sldChg chg="del">
        <pc:chgData name="M11312030 劉祐誠" userId="e73f116081f12ee1" providerId="LiveId" clId="{5E537FA5-DB35-4EE2-935A-F2ACDE49E9DD}" dt="2024-12-23T05:23:45.251" v="50" actId="47"/>
        <pc:sldMkLst>
          <pc:docMk/>
          <pc:sldMk cId="1287031247" sldId="719"/>
        </pc:sldMkLst>
      </pc:sldChg>
      <pc:sldChg chg="del">
        <pc:chgData name="M11312030 劉祐誠" userId="e73f116081f12ee1" providerId="LiveId" clId="{5E537FA5-DB35-4EE2-935A-F2ACDE49E9DD}" dt="2024-12-23T05:23:46.074" v="51" actId="47"/>
        <pc:sldMkLst>
          <pc:docMk/>
          <pc:sldMk cId="3051454363" sldId="720"/>
        </pc:sldMkLst>
      </pc:sldChg>
      <pc:sldChg chg="del">
        <pc:chgData name="M11312030 劉祐誠" userId="e73f116081f12ee1" providerId="LiveId" clId="{5E537FA5-DB35-4EE2-935A-F2ACDE49E9DD}" dt="2024-12-23T05:23:46.904" v="52" actId="47"/>
        <pc:sldMkLst>
          <pc:docMk/>
          <pc:sldMk cId="1899189077" sldId="721"/>
        </pc:sldMkLst>
      </pc:sldChg>
      <pc:sldChg chg="del">
        <pc:chgData name="M11312030 劉祐誠" userId="e73f116081f12ee1" providerId="LiveId" clId="{5E537FA5-DB35-4EE2-935A-F2ACDE49E9DD}" dt="2024-12-23T05:23:47.691" v="53" actId="47"/>
        <pc:sldMkLst>
          <pc:docMk/>
          <pc:sldMk cId="2149757059" sldId="723"/>
        </pc:sldMkLst>
      </pc:sldChg>
    </pc:docChg>
  </pc:docChgLst>
  <pc:docChgLst>
    <pc:chgData name="M11312030 劉祐誠" userId="e73f116081f12ee1" providerId="LiveId" clId="{23CC2B03-DFBC-41B4-8769-D6AD3A57DF16}"/>
    <pc:docChg chg="undo redo custSel addSld delSld modSld sldOrd modSection">
      <pc:chgData name="M11312030 劉祐誠" userId="e73f116081f12ee1" providerId="LiveId" clId="{23CC2B03-DFBC-41B4-8769-D6AD3A57DF16}" dt="2024-12-09T07:29:16.383" v="5925" actId="1076"/>
      <pc:docMkLst>
        <pc:docMk/>
      </pc:docMkLst>
      <pc:sldChg chg="addSp delSp modSp mod">
        <pc:chgData name="M11312030 劉祐誠" userId="e73f116081f12ee1" providerId="LiveId" clId="{23CC2B03-DFBC-41B4-8769-D6AD3A57DF16}" dt="2024-12-09T07:29:16.383" v="5925" actId="1076"/>
        <pc:sldMkLst>
          <pc:docMk/>
          <pc:sldMk cId="2827891356" sldId="592"/>
        </pc:sldMkLst>
        <pc:spChg chg="mod">
          <ac:chgData name="M11312030 劉祐誠" userId="e73f116081f12ee1" providerId="LiveId" clId="{23CC2B03-DFBC-41B4-8769-D6AD3A57DF16}" dt="2024-12-09T07:26:15.430" v="5897" actId="20577"/>
          <ac:spMkLst>
            <pc:docMk/>
            <pc:sldMk cId="2827891356" sldId="592"/>
            <ac:spMk id="2" creationId="{D59B92E0-9576-D533-5BE2-81ECF2C4FB7B}"/>
          </ac:spMkLst>
        </pc:spChg>
        <pc:spChg chg="add mod">
          <ac:chgData name="M11312030 劉祐誠" userId="e73f116081f12ee1" providerId="LiveId" clId="{23CC2B03-DFBC-41B4-8769-D6AD3A57DF16}" dt="2024-12-09T07:29:10.959" v="5923" actId="1076"/>
          <ac:spMkLst>
            <pc:docMk/>
            <pc:sldMk cId="2827891356" sldId="592"/>
            <ac:spMk id="3" creationId="{9DFD28AD-4955-331D-6097-3673466161E7}"/>
          </ac:spMkLst>
        </pc:spChg>
        <pc:spChg chg="mod">
          <ac:chgData name="M11312030 劉祐誠" userId="e73f116081f12ee1" providerId="LiveId" clId="{23CC2B03-DFBC-41B4-8769-D6AD3A57DF16}" dt="2024-12-09T07:29:16.383" v="5925" actId="1076"/>
          <ac:spMkLst>
            <pc:docMk/>
            <pc:sldMk cId="2827891356" sldId="592"/>
            <ac:spMk id="10" creationId="{00000000-0000-0000-0000-000000000000}"/>
          </ac:spMkLst>
        </pc:spChg>
      </pc:sldChg>
      <pc:sldChg chg="del">
        <pc:chgData name="M11312030 劉祐誠" userId="e73f116081f12ee1" providerId="LiveId" clId="{23CC2B03-DFBC-41B4-8769-D6AD3A57DF16}" dt="2024-11-29T08:03:34.105" v="3567" actId="47"/>
        <pc:sldMkLst>
          <pc:docMk/>
          <pc:sldMk cId="1079629930" sldId="658"/>
        </pc:sldMkLst>
      </pc:sldChg>
      <pc:sldChg chg="addSp delSp modSp mod">
        <pc:chgData name="M11312030 劉祐誠" userId="e73f116081f12ee1" providerId="LiveId" clId="{23CC2B03-DFBC-41B4-8769-D6AD3A57DF16}" dt="2024-12-01T03:01:52.349" v="4997" actId="20577"/>
        <pc:sldMkLst>
          <pc:docMk/>
          <pc:sldMk cId="4120336946" sldId="671"/>
        </pc:sldMkLst>
        <pc:spChg chg="add mod">
          <ac:chgData name="M11312030 劉祐誠" userId="e73f116081f12ee1" providerId="LiveId" clId="{23CC2B03-DFBC-41B4-8769-D6AD3A57DF16}" dt="2024-11-25T11:33:34.402" v="907" actId="207"/>
          <ac:spMkLst>
            <pc:docMk/>
            <pc:sldMk cId="4120336946" sldId="671"/>
            <ac:spMk id="3" creationId="{776EB5D0-C68D-06E3-61A9-2190EFCA30AD}"/>
          </ac:spMkLst>
        </pc:spChg>
        <pc:spChg chg="mod">
          <ac:chgData name="M11312030 劉祐誠" userId="e73f116081f12ee1" providerId="LiveId" clId="{23CC2B03-DFBC-41B4-8769-D6AD3A57DF16}" dt="2024-11-26T10:34:04.846" v="1823" actId="20577"/>
          <ac:spMkLst>
            <pc:docMk/>
            <pc:sldMk cId="4120336946" sldId="671"/>
            <ac:spMk id="12" creationId="{00000000-0000-0000-0000-000000000000}"/>
          </ac:spMkLst>
        </pc:spChg>
        <pc:spChg chg="mod">
          <ac:chgData name="M11312030 劉祐誠" userId="e73f116081f12ee1" providerId="LiveId" clId="{23CC2B03-DFBC-41B4-8769-D6AD3A57DF16}" dt="2024-12-01T03:01:52.349" v="4997" actId="20577"/>
          <ac:spMkLst>
            <pc:docMk/>
            <pc:sldMk cId="4120336946" sldId="671"/>
            <ac:spMk id="16" creationId="{32803F8A-D427-C598-6721-EA55CE44E498}"/>
          </ac:spMkLst>
        </pc:spChg>
        <pc:spChg chg="add mod">
          <ac:chgData name="M11312030 劉祐誠" userId="e73f116081f12ee1" providerId="LiveId" clId="{23CC2B03-DFBC-41B4-8769-D6AD3A57DF16}" dt="2024-11-25T11:31:06.718" v="851" actId="2711"/>
          <ac:spMkLst>
            <pc:docMk/>
            <pc:sldMk cId="4120336946" sldId="671"/>
            <ac:spMk id="19" creationId="{B5BEBC6F-F7A6-773B-1DB3-A0F0BCF8D659}"/>
          </ac:spMkLst>
        </pc:spChg>
        <pc:spChg chg="add mod">
          <ac:chgData name="M11312030 劉祐誠" userId="e73f116081f12ee1" providerId="LiveId" clId="{23CC2B03-DFBC-41B4-8769-D6AD3A57DF16}" dt="2024-11-25T11:32:13.330" v="867" actId="1076"/>
          <ac:spMkLst>
            <pc:docMk/>
            <pc:sldMk cId="4120336946" sldId="671"/>
            <ac:spMk id="20" creationId="{28205482-450D-9566-374F-A77623E70F5B}"/>
          </ac:spMkLst>
        </pc:spChg>
        <pc:spChg chg="add mod">
          <ac:chgData name="M11312030 劉祐誠" userId="e73f116081f12ee1" providerId="LiveId" clId="{23CC2B03-DFBC-41B4-8769-D6AD3A57DF16}" dt="2024-11-25T11:32:16.338" v="868" actId="1076"/>
          <ac:spMkLst>
            <pc:docMk/>
            <pc:sldMk cId="4120336946" sldId="671"/>
            <ac:spMk id="22" creationId="{F3359B17-D591-AEFE-3E1A-03621F497851}"/>
          </ac:spMkLst>
        </pc:spChg>
        <pc:spChg chg="add mod">
          <ac:chgData name="M11312030 劉祐誠" userId="e73f116081f12ee1" providerId="LiveId" clId="{23CC2B03-DFBC-41B4-8769-D6AD3A57DF16}" dt="2024-11-25T11:33:05.023" v="903" actId="20577"/>
          <ac:spMkLst>
            <pc:docMk/>
            <pc:sldMk cId="4120336946" sldId="671"/>
            <ac:spMk id="23" creationId="{8CA5AE55-4A2C-1B83-2AAB-646CF8C7E0AB}"/>
          </ac:spMkLst>
        </pc:spChg>
        <pc:cxnChg chg="mod">
          <ac:chgData name="M11312030 劉祐誠" userId="e73f116081f12ee1" providerId="LiveId" clId="{23CC2B03-DFBC-41B4-8769-D6AD3A57DF16}" dt="2024-11-26T10:34:04.425" v="1822" actId="20577"/>
          <ac:cxnSpMkLst>
            <pc:docMk/>
            <pc:sldMk cId="4120336946" sldId="671"/>
            <ac:cxnSpMk id="13" creationId="{00000000-0000-0000-0000-000000000000}"/>
          </ac:cxnSpMkLst>
        </pc:cxnChg>
      </pc:sldChg>
      <pc:sldChg chg="del">
        <pc:chgData name="M11312030 劉祐誠" userId="e73f116081f12ee1" providerId="LiveId" clId="{23CC2B03-DFBC-41B4-8769-D6AD3A57DF16}" dt="2024-11-26T12:14:51.063" v="2291" actId="47"/>
        <pc:sldMkLst>
          <pc:docMk/>
          <pc:sldMk cId="2957233117" sldId="694"/>
        </pc:sldMkLst>
      </pc:sldChg>
      <pc:sldChg chg="addSp delSp modSp mod">
        <pc:chgData name="M11312030 劉祐誠" userId="e73f116081f12ee1" providerId="LiveId" clId="{23CC2B03-DFBC-41B4-8769-D6AD3A57DF16}" dt="2024-11-27T06:14:58.496" v="2643" actId="20577"/>
        <pc:sldMkLst>
          <pc:docMk/>
          <pc:sldMk cId="113422263" sldId="695"/>
        </pc:sldMkLst>
      </pc:sldChg>
      <pc:sldChg chg="addSp delSp modSp mod">
        <pc:chgData name="M11312030 劉祐誠" userId="e73f116081f12ee1" providerId="LiveId" clId="{23CC2B03-DFBC-41B4-8769-D6AD3A57DF16}" dt="2024-12-02T06:23:08.710" v="5369" actId="1076"/>
        <pc:sldMkLst>
          <pc:docMk/>
          <pc:sldMk cId="1152696665" sldId="696"/>
        </pc:sldMkLst>
      </pc:sldChg>
      <pc:sldChg chg="del">
        <pc:chgData name="M11312030 劉祐誠" userId="e73f116081f12ee1" providerId="LiveId" clId="{23CC2B03-DFBC-41B4-8769-D6AD3A57DF16}" dt="2024-11-26T04:07:45.455" v="1356" actId="47"/>
        <pc:sldMkLst>
          <pc:docMk/>
          <pc:sldMk cId="3673409717" sldId="700"/>
        </pc:sldMkLst>
      </pc:sldChg>
      <pc:sldChg chg="del">
        <pc:chgData name="M11312030 劉祐誠" userId="e73f116081f12ee1" providerId="LiveId" clId="{23CC2B03-DFBC-41B4-8769-D6AD3A57DF16}" dt="2024-11-26T04:07:48.483" v="1357" actId="47"/>
        <pc:sldMkLst>
          <pc:docMk/>
          <pc:sldMk cId="3517147821" sldId="701"/>
        </pc:sldMkLst>
      </pc:sldChg>
      <pc:sldChg chg="del">
        <pc:chgData name="M11312030 劉祐誠" userId="e73f116081f12ee1" providerId="LiveId" clId="{23CC2B03-DFBC-41B4-8769-D6AD3A57DF16}" dt="2024-11-26T12:14:51.932" v="2292" actId="47"/>
        <pc:sldMkLst>
          <pc:docMk/>
          <pc:sldMk cId="3340373418" sldId="702"/>
        </pc:sldMkLst>
      </pc:sldChg>
      <pc:sldChg chg="del">
        <pc:chgData name="M11312030 劉祐誠" userId="e73f116081f12ee1" providerId="LiveId" clId="{23CC2B03-DFBC-41B4-8769-D6AD3A57DF16}" dt="2024-11-26T04:07:52.180" v="1358" actId="47"/>
        <pc:sldMkLst>
          <pc:docMk/>
          <pc:sldMk cId="640302850" sldId="707"/>
        </pc:sldMkLst>
      </pc:sldChg>
      <pc:sldChg chg="del">
        <pc:chgData name="M11312030 劉祐誠" userId="e73f116081f12ee1" providerId="LiveId" clId="{23CC2B03-DFBC-41B4-8769-D6AD3A57DF16}" dt="2024-11-26T04:07:54.819" v="1359" actId="47"/>
        <pc:sldMkLst>
          <pc:docMk/>
          <pc:sldMk cId="3125712314" sldId="709"/>
        </pc:sldMkLst>
      </pc:sldChg>
      <pc:sldChg chg="del">
        <pc:chgData name="M11312030 劉祐誠" userId="e73f116081f12ee1" providerId="LiveId" clId="{23CC2B03-DFBC-41B4-8769-D6AD3A57DF16}" dt="2024-11-26T04:07:56.872" v="1360" actId="47"/>
        <pc:sldMkLst>
          <pc:docMk/>
          <pc:sldMk cId="405592296" sldId="710"/>
        </pc:sldMkLst>
      </pc:sldChg>
      <pc:sldChg chg="del">
        <pc:chgData name="M11312030 劉祐誠" userId="e73f116081f12ee1" providerId="LiveId" clId="{23CC2B03-DFBC-41B4-8769-D6AD3A57DF16}" dt="2024-11-26T02:39:34.528" v="1221" actId="47"/>
        <pc:sldMkLst>
          <pc:docMk/>
          <pc:sldMk cId="973393314" sldId="711"/>
        </pc:sldMkLst>
      </pc:sldChg>
      <pc:sldChg chg="add del">
        <pc:chgData name="M11312030 劉祐誠" userId="e73f116081f12ee1" providerId="LiveId" clId="{23CC2B03-DFBC-41B4-8769-D6AD3A57DF16}" dt="2024-11-25T10:22:53.967" v="1" actId="47"/>
        <pc:sldMkLst>
          <pc:docMk/>
          <pc:sldMk cId="607187587" sldId="712"/>
        </pc:sldMkLst>
      </pc:sldChg>
      <pc:sldChg chg="addSp delSp modSp add mod">
        <pc:chgData name="M11312030 劉祐誠" userId="e73f116081f12ee1" providerId="LiveId" clId="{23CC2B03-DFBC-41B4-8769-D6AD3A57DF16}" dt="2024-12-03T04:25:42.281" v="5380" actId="1076"/>
        <pc:sldMkLst>
          <pc:docMk/>
          <pc:sldMk cId="3836631186" sldId="712"/>
        </pc:sldMkLst>
      </pc:sldChg>
      <pc:sldChg chg="addSp delSp modSp add mod">
        <pc:chgData name="M11312030 劉祐誠" userId="e73f116081f12ee1" providerId="LiveId" clId="{23CC2B03-DFBC-41B4-8769-D6AD3A57DF16}" dt="2024-11-26T09:44:58.622" v="1785" actId="1076"/>
        <pc:sldMkLst>
          <pc:docMk/>
          <pc:sldMk cId="380968957" sldId="713"/>
        </pc:sldMkLst>
      </pc:sldChg>
      <pc:sldChg chg="addSp delSp modSp add mod">
        <pc:chgData name="M11312030 劉祐誠" userId="e73f116081f12ee1" providerId="LiveId" clId="{23CC2B03-DFBC-41B4-8769-D6AD3A57DF16}" dt="2024-12-01T03:06:50.385" v="4998" actId="1076"/>
        <pc:sldMkLst>
          <pc:docMk/>
          <pc:sldMk cId="3501506810" sldId="714"/>
        </pc:sldMkLst>
      </pc:sldChg>
      <pc:sldChg chg="addSp delSp modSp new del mod">
        <pc:chgData name="M11312030 劉祐誠" userId="e73f116081f12ee1" providerId="LiveId" clId="{23CC2B03-DFBC-41B4-8769-D6AD3A57DF16}" dt="2024-11-26T09:36:39.193" v="1781" actId="47"/>
        <pc:sldMkLst>
          <pc:docMk/>
          <pc:sldMk cId="4099882856" sldId="714"/>
        </pc:sldMkLst>
      </pc:sldChg>
      <pc:sldChg chg="addSp delSp modSp add mod ord">
        <pc:chgData name="M11312030 劉祐誠" userId="e73f116081f12ee1" providerId="LiveId" clId="{23CC2B03-DFBC-41B4-8769-D6AD3A57DF16}" dt="2024-12-01T08:15:00.666" v="5353"/>
        <pc:sldMkLst>
          <pc:docMk/>
          <pc:sldMk cId="2549933208" sldId="715"/>
        </pc:sldMkLst>
      </pc:sldChg>
      <pc:sldChg chg="new del">
        <pc:chgData name="M11312030 劉祐誠" userId="e73f116081f12ee1" providerId="LiveId" clId="{23CC2B03-DFBC-41B4-8769-D6AD3A57DF16}" dt="2024-11-27T01:34:10.547" v="2543" actId="47"/>
        <pc:sldMkLst>
          <pc:docMk/>
          <pc:sldMk cId="2696348873" sldId="715"/>
        </pc:sldMkLst>
      </pc:sldChg>
      <pc:sldChg chg="addSp delSp modSp add mod">
        <pc:chgData name="M11312030 劉祐誠" userId="e73f116081f12ee1" providerId="LiveId" clId="{23CC2B03-DFBC-41B4-8769-D6AD3A57DF16}" dt="2024-12-03T05:53:07.194" v="5638" actId="20577"/>
        <pc:sldMkLst>
          <pc:docMk/>
          <pc:sldMk cId="571251182" sldId="716"/>
        </pc:sldMkLst>
      </pc:sldChg>
      <pc:sldChg chg="add del">
        <pc:chgData name="M11312030 劉祐誠" userId="e73f116081f12ee1" providerId="LiveId" clId="{23CC2B03-DFBC-41B4-8769-D6AD3A57DF16}" dt="2024-11-27T01:34:24.794" v="2552"/>
        <pc:sldMkLst>
          <pc:docMk/>
          <pc:sldMk cId="4052140905" sldId="716"/>
        </pc:sldMkLst>
      </pc:sldChg>
      <pc:sldChg chg="addSp delSp modSp add mod">
        <pc:chgData name="M11312030 劉祐誠" userId="e73f116081f12ee1" providerId="LiveId" clId="{23CC2B03-DFBC-41B4-8769-D6AD3A57DF16}" dt="2024-11-29T08:21:05.867" v="3675" actId="1076"/>
        <pc:sldMkLst>
          <pc:docMk/>
          <pc:sldMk cId="2262804592" sldId="717"/>
        </pc:sldMkLst>
      </pc:sldChg>
      <pc:sldChg chg="addSp delSp modSp add mod">
        <pc:chgData name="M11312030 劉祐誠" userId="e73f116081f12ee1" providerId="LiveId" clId="{23CC2B03-DFBC-41B4-8769-D6AD3A57DF16}" dt="2024-12-06T07:03:42.446" v="5758" actId="108"/>
        <pc:sldMkLst>
          <pc:docMk/>
          <pc:sldMk cId="2334315625" sldId="718"/>
        </pc:sldMkLst>
      </pc:sldChg>
      <pc:sldChg chg="addSp delSp modSp add mod">
        <pc:chgData name="M11312030 劉祐誠" userId="e73f116081f12ee1" providerId="LiveId" clId="{23CC2B03-DFBC-41B4-8769-D6AD3A57DF16}" dt="2024-12-03T08:37:46.231" v="5719" actId="1076"/>
        <pc:sldMkLst>
          <pc:docMk/>
          <pc:sldMk cId="1287031247" sldId="719"/>
        </pc:sldMkLst>
      </pc:sldChg>
      <pc:sldChg chg="new del">
        <pc:chgData name="M11312030 劉祐誠" userId="e73f116081f12ee1" providerId="LiveId" clId="{23CC2B03-DFBC-41B4-8769-D6AD3A57DF16}" dt="2024-11-30T12:04:50.063" v="4623" actId="47"/>
        <pc:sldMkLst>
          <pc:docMk/>
          <pc:sldMk cId="109892306" sldId="720"/>
        </pc:sldMkLst>
      </pc:sldChg>
      <pc:sldChg chg="addSp delSp modSp add mod">
        <pc:chgData name="M11312030 劉祐誠" userId="e73f116081f12ee1" providerId="LiveId" clId="{23CC2B03-DFBC-41B4-8769-D6AD3A57DF16}" dt="2024-12-01T06:00:06.814" v="5084" actId="208"/>
        <pc:sldMkLst>
          <pc:docMk/>
          <pc:sldMk cId="3051454363" sldId="720"/>
        </pc:sldMkLst>
      </pc:sldChg>
      <pc:sldChg chg="addSp delSp modSp add mod ord">
        <pc:chgData name="M11312030 劉祐誠" userId="e73f116081f12ee1" providerId="LiveId" clId="{23CC2B03-DFBC-41B4-8769-D6AD3A57DF16}" dt="2024-12-01T11:21:37.468" v="5367"/>
        <pc:sldMkLst>
          <pc:docMk/>
          <pc:sldMk cId="1899189077" sldId="721"/>
        </pc:sldMkLst>
      </pc:sldChg>
      <pc:sldChg chg="new del">
        <pc:chgData name="M11312030 劉祐誠" userId="e73f116081f12ee1" providerId="LiveId" clId="{23CC2B03-DFBC-41B4-8769-D6AD3A57DF16}" dt="2024-12-01T05:07:59.686" v="4999" actId="47"/>
        <pc:sldMkLst>
          <pc:docMk/>
          <pc:sldMk cId="3297199956" sldId="721"/>
        </pc:sldMkLst>
      </pc:sldChg>
      <pc:sldChg chg="addSp delSp new del mod">
        <pc:chgData name="M11312030 劉祐誠" userId="e73f116081f12ee1" providerId="LiveId" clId="{23CC2B03-DFBC-41B4-8769-D6AD3A57DF16}" dt="2024-12-01T07:13:21.272" v="5163" actId="47"/>
        <pc:sldMkLst>
          <pc:docMk/>
          <pc:sldMk cId="2984543165" sldId="722"/>
        </pc:sldMkLst>
      </pc:sldChg>
      <pc:sldChg chg="add del">
        <pc:chgData name="M11312030 劉祐誠" userId="e73f116081f12ee1" providerId="LiveId" clId="{23CC2B03-DFBC-41B4-8769-D6AD3A57DF16}" dt="2024-12-01T07:13:00.770" v="5159"/>
        <pc:sldMkLst>
          <pc:docMk/>
          <pc:sldMk cId="1452770400" sldId="723"/>
        </pc:sldMkLst>
      </pc:sldChg>
      <pc:sldChg chg="addSp delSp modSp add mod">
        <pc:chgData name="M11312030 劉祐誠" userId="e73f116081f12ee1" providerId="LiveId" clId="{23CC2B03-DFBC-41B4-8769-D6AD3A57DF16}" dt="2024-12-01T08:19:20.294" v="5365" actId="478"/>
        <pc:sldMkLst>
          <pc:docMk/>
          <pc:sldMk cId="2149757059" sldId="723"/>
        </pc:sldMkLst>
      </pc:sldChg>
      <pc:sldChg chg="addSp delSp modSp add del mod">
        <pc:chgData name="M11312030 劉祐誠" userId="e73f116081f12ee1" providerId="LiveId" clId="{23CC2B03-DFBC-41B4-8769-D6AD3A57DF16}" dt="2024-12-01T08:17:51.917" v="5364" actId="47"/>
        <pc:sldMkLst>
          <pc:docMk/>
          <pc:sldMk cId="1762068874" sldId="724"/>
        </pc:sldMkLst>
      </pc:sldChg>
      <pc:sldChg chg="add del">
        <pc:chgData name="M11312030 劉祐誠" userId="e73f116081f12ee1" providerId="LiveId" clId="{23CC2B03-DFBC-41B4-8769-D6AD3A57DF16}" dt="2024-12-01T08:15:32.529" v="5358"/>
        <pc:sldMkLst>
          <pc:docMk/>
          <pc:sldMk cId="1464110527" sldId="725"/>
        </pc:sldMkLst>
      </pc:sldChg>
    </pc:docChg>
  </pc:docChgLst>
  <pc:docChgLst>
    <pc:chgData name="M11312030 劉祐誠" userId="e73f116081f12ee1" providerId="LiveId" clId="{66C7BC23-973A-4E36-931E-0190FF2A00A9}"/>
    <pc:docChg chg="undo custSel addSld modSld sldOrd modSection">
      <pc:chgData name="M11312030 劉祐誠" userId="e73f116081f12ee1" providerId="LiveId" clId="{66C7BC23-973A-4E36-931E-0190FF2A00A9}" dt="2025-01-09T06:03:46.279" v="539" actId="14100"/>
      <pc:docMkLst>
        <pc:docMk/>
      </pc:docMkLst>
      <pc:sldChg chg="delSp modSp mod">
        <pc:chgData name="M11312030 劉祐誠" userId="e73f116081f12ee1" providerId="LiveId" clId="{66C7BC23-973A-4E36-931E-0190FF2A00A9}" dt="2025-01-09T05:47:31.082" v="504" actId="1076"/>
        <pc:sldMkLst>
          <pc:docMk/>
          <pc:sldMk cId="4120336946" sldId="671"/>
        </pc:sldMkLst>
        <pc:spChg chg="mod">
          <ac:chgData name="M11312030 劉祐誠" userId="e73f116081f12ee1" providerId="LiveId" clId="{66C7BC23-973A-4E36-931E-0190FF2A00A9}" dt="2025-01-09T05:46:42.955" v="502" actId="20577"/>
          <ac:spMkLst>
            <pc:docMk/>
            <pc:sldMk cId="4120336946" sldId="671"/>
            <ac:spMk id="25" creationId="{0580FE3F-FDE5-E22C-9EE5-B42D2CD6C252}"/>
          </ac:spMkLst>
        </pc:spChg>
        <pc:spChg chg="del">
          <ac:chgData name="M11312030 劉祐誠" userId="e73f116081f12ee1" providerId="LiveId" clId="{66C7BC23-973A-4E36-931E-0190FF2A00A9}" dt="2025-01-09T05:47:28.283" v="503" actId="478"/>
          <ac:spMkLst>
            <pc:docMk/>
            <pc:sldMk cId="4120336946" sldId="671"/>
            <ac:spMk id="26" creationId="{0D246AD5-7FFB-1CB0-64DE-F70BA36B8C2F}"/>
          </ac:spMkLst>
        </pc:spChg>
        <pc:grpChg chg="mod">
          <ac:chgData name="M11312030 劉祐誠" userId="e73f116081f12ee1" providerId="LiveId" clId="{66C7BC23-973A-4E36-931E-0190FF2A00A9}" dt="2025-01-09T05:47:31.082" v="504" actId="1076"/>
          <ac:grpSpMkLst>
            <pc:docMk/>
            <pc:sldMk cId="4120336946" sldId="671"/>
            <ac:grpSpMk id="17" creationId="{485826DB-C09A-3DB3-BF0F-CA50A97A0778}"/>
          </ac:grpSpMkLst>
        </pc:grpChg>
      </pc:sldChg>
      <pc:sldChg chg="modSp mod">
        <pc:chgData name="M11312030 劉祐誠" userId="e73f116081f12ee1" providerId="LiveId" clId="{66C7BC23-973A-4E36-931E-0190FF2A00A9}" dt="2025-01-09T05:45:51.004" v="501" actId="207"/>
        <pc:sldMkLst>
          <pc:docMk/>
          <pc:sldMk cId="2427498306" sldId="678"/>
        </pc:sldMkLst>
        <pc:spChg chg="mod">
          <ac:chgData name="M11312030 劉祐誠" userId="e73f116081f12ee1" providerId="LiveId" clId="{66C7BC23-973A-4E36-931E-0190FF2A00A9}" dt="2025-01-09T05:45:51.004" v="501" actId="207"/>
          <ac:spMkLst>
            <pc:docMk/>
            <pc:sldMk cId="2427498306" sldId="678"/>
            <ac:spMk id="29" creationId="{695EDA7F-4197-3B14-6D53-D7702919D8F2}"/>
          </ac:spMkLst>
        </pc:spChg>
      </pc:sldChg>
      <pc:sldChg chg="modSp">
        <pc:chgData name="M11312030 劉祐誠" userId="e73f116081f12ee1" providerId="LiveId" clId="{66C7BC23-973A-4E36-931E-0190FF2A00A9}" dt="2025-01-09T05:48:30.153" v="506"/>
        <pc:sldMkLst>
          <pc:docMk/>
          <pc:sldMk cId="2640150332" sldId="680"/>
        </pc:sldMkLst>
        <pc:graphicFrameChg chg="mod">
          <ac:chgData name="M11312030 劉祐誠" userId="e73f116081f12ee1" providerId="LiveId" clId="{66C7BC23-973A-4E36-931E-0190FF2A00A9}" dt="2025-01-09T05:48:30.153" v="506"/>
          <ac:graphicFrameMkLst>
            <pc:docMk/>
            <pc:sldMk cId="2640150332" sldId="680"/>
            <ac:graphicFrameMk id="2" creationId="{F26EFD7B-8D66-A8FB-9A86-75B858E220AC}"/>
          </ac:graphicFrameMkLst>
        </pc:graphicFrameChg>
      </pc:sldChg>
      <pc:sldChg chg="modSp mod">
        <pc:chgData name="M11312030 劉祐誠" userId="e73f116081f12ee1" providerId="LiveId" clId="{66C7BC23-973A-4E36-931E-0190FF2A00A9}" dt="2025-01-09T05:49:42.185" v="507" actId="207"/>
        <pc:sldMkLst>
          <pc:docMk/>
          <pc:sldMk cId="511375523" sldId="681"/>
        </pc:sldMkLst>
        <pc:spChg chg="mod">
          <ac:chgData name="M11312030 劉祐誠" userId="e73f116081f12ee1" providerId="LiveId" clId="{66C7BC23-973A-4E36-931E-0190FF2A00A9}" dt="2025-01-09T05:49:42.185" v="507" actId="207"/>
          <ac:spMkLst>
            <pc:docMk/>
            <pc:sldMk cId="511375523" sldId="681"/>
            <ac:spMk id="23" creationId="{9FCCC367-BDE0-500F-374A-61199E7D86EF}"/>
          </ac:spMkLst>
        </pc:spChg>
        <pc:spChg chg="mod">
          <ac:chgData name="M11312030 劉祐誠" userId="e73f116081f12ee1" providerId="LiveId" clId="{66C7BC23-973A-4E36-931E-0190FF2A00A9}" dt="2025-01-06T08:28:25.539" v="146" actId="14100"/>
          <ac:spMkLst>
            <pc:docMk/>
            <pc:sldMk cId="511375523" sldId="681"/>
            <ac:spMk id="55" creationId="{66FEDD0C-8960-C729-E0CE-36C55BE37C20}"/>
          </ac:spMkLst>
        </pc:spChg>
      </pc:sldChg>
      <pc:sldChg chg="addSp delSp modSp mod">
        <pc:chgData name="M11312030 劉祐誠" userId="e73f116081f12ee1" providerId="LiveId" clId="{66C7BC23-973A-4E36-931E-0190FF2A00A9}" dt="2025-01-09T06:00:51.947" v="536" actId="20577"/>
        <pc:sldMkLst>
          <pc:docMk/>
          <pc:sldMk cId="426651893" sldId="682"/>
        </pc:sldMkLst>
        <pc:spChg chg="add mod">
          <ac:chgData name="M11312030 劉祐誠" userId="e73f116081f12ee1" providerId="LiveId" clId="{66C7BC23-973A-4E36-931E-0190FF2A00A9}" dt="2025-01-07T05:04:05.469" v="403" actId="207"/>
          <ac:spMkLst>
            <pc:docMk/>
            <pc:sldMk cId="426651893" sldId="682"/>
            <ac:spMk id="2" creationId="{FA38341D-365D-3BC2-1607-6E652E02E65C}"/>
          </ac:spMkLst>
        </pc:spChg>
        <pc:spChg chg="mod topLvl">
          <ac:chgData name="M11312030 劉祐誠" userId="e73f116081f12ee1" providerId="LiveId" clId="{66C7BC23-973A-4E36-931E-0190FF2A00A9}" dt="2025-01-07T04:11:12.299" v="354" actId="1076"/>
          <ac:spMkLst>
            <pc:docMk/>
            <pc:sldMk cId="426651893" sldId="682"/>
            <ac:spMk id="4" creationId="{6E332E59-D4FA-826D-BF41-71323844E6A9}"/>
          </ac:spMkLst>
        </pc:spChg>
        <pc:spChg chg="mod">
          <ac:chgData name="M11312030 劉祐誠" userId="e73f116081f12ee1" providerId="LiveId" clId="{66C7BC23-973A-4E36-931E-0190FF2A00A9}" dt="2025-01-07T04:10:46.809" v="349" actId="165"/>
          <ac:spMkLst>
            <pc:docMk/>
            <pc:sldMk cId="426651893" sldId="682"/>
            <ac:spMk id="5" creationId="{FBBB2B7E-191E-B424-C3B4-B91E805875F4}"/>
          </ac:spMkLst>
        </pc:spChg>
        <pc:spChg chg="mod">
          <ac:chgData name="M11312030 劉祐誠" userId="e73f116081f12ee1" providerId="LiveId" clId="{66C7BC23-973A-4E36-931E-0190FF2A00A9}" dt="2025-01-07T04:10:46.809" v="349" actId="165"/>
          <ac:spMkLst>
            <pc:docMk/>
            <pc:sldMk cId="426651893" sldId="682"/>
            <ac:spMk id="6" creationId="{0B6900DF-7A6D-0468-94CA-A2C33850535A}"/>
          </ac:spMkLst>
        </pc:spChg>
        <pc:spChg chg="add mod">
          <ac:chgData name="M11312030 劉祐誠" userId="e73f116081f12ee1" providerId="LiveId" clId="{66C7BC23-973A-4E36-931E-0190FF2A00A9}" dt="2025-01-07T05:58:02.352" v="466" actId="1076"/>
          <ac:spMkLst>
            <pc:docMk/>
            <pc:sldMk cId="426651893" sldId="682"/>
            <ac:spMk id="17" creationId="{5C48A92A-DAF6-9B9D-E166-A75B34D45002}"/>
          </ac:spMkLst>
        </pc:spChg>
        <pc:spChg chg="mod">
          <ac:chgData name="M11312030 劉祐誠" userId="e73f116081f12ee1" providerId="LiveId" clId="{66C7BC23-973A-4E36-931E-0190FF2A00A9}" dt="2025-01-07T04:09:49.274" v="337" actId="1076"/>
          <ac:spMkLst>
            <pc:docMk/>
            <pc:sldMk cId="426651893" sldId="682"/>
            <ac:spMk id="19" creationId="{BE3AB7F1-0539-2D8A-264F-C0AB0E54B56E}"/>
          </ac:spMkLst>
        </pc:spChg>
        <pc:spChg chg="mod">
          <ac:chgData name="M11312030 劉祐誠" userId="e73f116081f12ee1" providerId="LiveId" clId="{66C7BC23-973A-4E36-931E-0190FF2A00A9}" dt="2025-01-07T04:09:39.883" v="334" actId="1076"/>
          <ac:spMkLst>
            <pc:docMk/>
            <pc:sldMk cId="426651893" sldId="682"/>
            <ac:spMk id="20" creationId="{725412AA-DE33-2DA2-0A26-766CB1A4E43A}"/>
          </ac:spMkLst>
        </pc:spChg>
        <pc:spChg chg="add mod">
          <ac:chgData name="M11312030 劉祐誠" userId="e73f116081f12ee1" providerId="LiveId" clId="{66C7BC23-973A-4E36-931E-0190FF2A00A9}" dt="2025-01-09T05:57:50.264" v="524" actId="1076"/>
          <ac:spMkLst>
            <pc:docMk/>
            <pc:sldMk cId="426651893" sldId="682"/>
            <ac:spMk id="21" creationId="{75A0B5AA-8815-EAA5-84E1-37A99B71BDD2}"/>
          </ac:spMkLst>
        </pc:spChg>
        <pc:spChg chg="mod">
          <ac:chgData name="M11312030 劉祐誠" userId="e73f116081f12ee1" providerId="LiveId" clId="{66C7BC23-973A-4E36-931E-0190FF2A00A9}" dt="2025-01-07T04:10:10.971" v="342" actId="1076"/>
          <ac:spMkLst>
            <pc:docMk/>
            <pc:sldMk cId="426651893" sldId="682"/>
            <ac:spMk id="22" creationId="{698913C1-FFF1-64BC-2720-1BF04AA730CC}"/>
          </ac:spMkLst>
        </pc:spChg>
        <pc:spChg chg="add mod">
          <ac:chgData name="M11312030 劉祐誠" userId="e73f116081f12ee1" providerId="LiveId" clId="{66C7BC23-973A-4E36-931E-0190FF2A00A9}" dt="2025-01-07T05:58:11.863" v="469" actId="1076"/>
          <ac:spMkLst>
            <pc:docMk/>
            <pc:sldMk cId="426651893" sldId="682"/>
            <ac:spMk id="23" creationId="{B0AD3572-540A-1004-8356-BA17CEAEEBD6}"/>
          </ac:spMkLst>
        </pc:spChg>
        <pc:spChg chg="mod">
          <ac:chgData name="M11312030 劉祐誠" userId="e73f116081f12ee1" providerId="LiveId" clId="{66C7BC23-973A-4E36-931E-0190FF2A00A9}" dt="2025-01-07T04:09:43.098" v="335" actId="1076"/>
          <ac:spMkLst>
            <pc:docMk/>
            <pc:sldMk cId="426651893" sldId="682"/>
            <ac:spMk id="24" creationId="{AE7DD803-FE0A-1BC3-9167-E45A16FD2CC1}"/>
          </ac:spMkLst>
        </pc:spChg>
        <pc:spChg chg="add">
          <ac:chgData name="M11312030 劉祐誠" userId="e73f116081f12ee1" providerId="LiveId" clId="{66C7BC23-973A-4E36-931E-0190FF2A00A9}" dt="2025-01-09T06:00:36.861" v="525"/>
          <ac:spMkLst>
            <pc:docMk/>
            <pc:sldMk cId="426651893" sldId="682"/>
            <ac:spMk id="25" creationId="{BE16DD57-B35D-B74A-E941-D8BE1DBA2D6D}"/>
          </ac:spMkLst>
        </pc:spChg>
        <pc:spChg chg="add del mod">
          <ac:chgData name="M11312030 劉祐誠" userId="e73f116081f12ee1" providerId="LiveId" clId="{66C7BC23-973A-4E36-931E-0190FF2A00A9}" dt="2025-01-07T05:58:46.343" v="488" actId="207"/>
          <ac:spMkLst>
            <pc:docMk/>
            <pc:sldMk cId="426651893" sldId="682"/>
            <ac:spMk id="26" creationId="{F286EEDA-90B1-FF20-2904-728B5D2E79EC}"/>
          </ac:spMkLst>
        </pc:spChg>
        <pc:spChg chg="mod ord">
          <ac:chgData name="M11312030 劉祐誠" userId="e73f116081f12ee1" providerId="LiveId" clId="{66C7BC23-973A-4E36-931E-0190FF2A00A9}" dt="2025-01-07T04:10:26.795" v="345" actId="1076"/>
          <ac:spMkLst>
            <pc:docMk/>
            <pc:sldMk cId="426651893" sldId="682"/>
            <ac:spMk id="29" creationId="{28345D65-EFA7-7B94-BE8A-DC272DC647CE}"/>
          </ac:spMkLst>
        </pc:spChg>
        <pc:spChg chg="mod">
          <ac:chgData name="M11312030 劉祐誠" userId="e73f116081f12ee1" providerId="LiveId" clId="{66C7BC23-973A-4E36-931E-0190FF2A00A9}" dt="2025-01-07T04:09:46.387" v="336" actId="1076"/>
          <ac:spMkLst>
            <pc:docMk/>
            <pc:sldMk cId="426651893" sldId="682"/>
            <ac:spMk id="30" creationId="{5CE81BA1-9D9C-B9D8-6E42-98EAE21CC86A}"/>
          </ac:spMkLst>
        </pc:spChg>
        <pc:spChg chg="mod">
          <ac:chgData name="M11312030 劉祐誠" userId="e73f116081f12ee1" providerId="LiveId" clId="{66C7BC23-973A-4E36-931E-0190FF2A00A9}" dt="2025-01-07T04:10:03.475" v="340" actId="1076"/>
          <ac:spMkLst>
            <pc:docMk/>
            <pc:sldMk cId="426651893" sldId="682"/>
            <ac:spMk id="32" creationId="{3FFAAD95-D4A0-AA8B-0B6D-CDC3484B9C55}"/>
          </ac:spMkLst>
        </pc:spChg>
        <pc:spChg chg="mod">
          <ac:chgData name="M11312030 劉祐誠" userId="e73f116081f12ee1" providerId="LiveId" clId="{66C7BC23-973A-4E36-931E-0190FF2A00A9}" dt="2025-01-07T04:10:00.323" v="339" actId="1076"/>
          <ac:spMkLst>
            <pc:docMk/>
            <pc:sldMk cId="426651893" sldId="682"/>
            <ac:spMk id="33" creationId="{4DD84FC5-E535-A06C-DC75-33F4014BC659}"/>
          </ac:spMkLst>
        </pc:spChg>
        <pc:spChg chg="add mod">
          <ac:chgData name="M11312030 劉祐誠" userId="e73f116081f12ee1" providerId="LiveId" clId="{66C7BC23-973A-4E36-931E-0190FF2A00A9}" dt="2025-01-09T06:00:51.947" v="536" actId="20577"/>
          <ac:spMkLst>
            <pc:docMk/>
            <pc:sldMk cId="426651893" sldId="682"/>
            <ac:spMk id="34" creationId="{9370BC68-CCEA-5923-F3B8-A977CACF48CF}"/>
          </ac:spMkLst>
        </pc:spChg>
        <pc:spChg chg="add mod">
          <ac:chgData name="M11312030 劉祐誠" userId="e73f116081f12ee1" providerId="LiveId" clId="{66C7BC23-973A-4E36-931E-0190FF2A00A9}" dt="2025-01-07T06:20:35.333" v="498" actId="20577"/>
          <ac:spMkLst>
            <pc:docMk/>
            <pc:sldMk cId="426651893" sldId="682"/>
            <ac:spMk id="35" creationId="{973526D8-7358-D8DB-E4B8-12B681998328}"/>
          </ac:spMkLst>
        </pc:spChg>
        <pc:spChg chg="add mod">
          <ac:chgData name="M11312030 劉祐誠" userId="e73f116081f12ee1" providerId="LiveId" clId="{66C7BC23-973A-4E36-931E-0190FF2A00A9}" dt="2025-01-07T04:11:35.322" v="355" actId="1076"/>
          <ac:spMkLst>
            <pc:docMk/>
            <pc:sldMk cId="426651893" sldId="682"/>
            <ac:spMk id="50" creationId="{1F209CC8-FCD0-36DD-38F0-2C40BA0D7D75}"/>
          </ac:spMkLst>
        </pc:spChg>
        <pc:grpChg chg="mod topLvl">
          <ac:chgData name="M11312030 劉祐誠" userId="e73f116081f12ee1" providerId="LiveId" clId="{66C7BC23-973A-4E36-931E-0190FF2A00A9}" dt="2025-01-07T04:10:52.986" v="350" actId="1076"/>
          <ac:grpSpMkLst>
            <pc:docMk/>
            <pc:sldMk cId="426651893" sldId="682"/>
            <ac:grpSpMk id="3" creationId="{8C96D52F-6409-1A33-146E-FB389CC9070C}"/>
          </ac:grpSpMkLst>
        </pc:grpChg>
        <pc:grpChg chg="add del mod topLvl">
          <ac:chgData name="M11312030 劉祐誠" userId="e73f116081f12ee1" providerId="LiveId" clId="{66C7BC23-973A-4E36-931E-0190FF2A00A9}" dt="2025-01-07T04:11:35.322" v="355" actId="1076"/>
          <ac:grpSpMkLst>
            <pc:docMk/>
            <pc:sldMk cId="426651893" sldId="682"/>
            <ac:grpSpMk id="18" creationId="{13CD238C-5570-70F3-306A-D8C21F72E5A0}"/>
          </ac:grpSpMkLst>
        </pc:grpChg>
        <pc:grpChg chg="mod">
          <ac:chgData name="M11312030 劉祐誠" userId="e73f116081f12ee1" providerId="LiveId" clId="{66C7BC23-973A-4E36-931E-0190FF2A00A9}" dt="2025-01-07T04:09:35.418" v="333" actId="1076"/>
          <ac:grpSpMkLst>
            <pc:docMk/>
            <pc:sldMk cId="426651893" sldId="682"/>
            <ac:grpSpMk id="27" creationId="{36AC8E86-9647-4488-7572-22EEF8E472EB}"/>
          </ac:grpSpMkLst>
        </pc:grpChg>
        <pc:grpChg chg="add del mod">
          <ac:chgData name="M11312030 劉祐誠" userId="e73f116081f12ee1" providerId="LiveId" clId="{66C7BC23-973A-4E36-931E-0190FF2A00A9}" dt="2025-01-07T04:09:35.418" v="333" actId="1076"/>
          <ac:grpSpMkLst>
            <pc:docMk/>
            <pc:sldMk cId="426651893" sldId="682"/>
            <ac:grpSpMk id="31" creationId="{CB1E6DE8-70E4-66C2-8395-661EB2524551}"/>
          </ac:grpSpMkLst>
        </pc:grpChg>
        <pc:picChg chg="mod">
          <ac:chgData name="M11312030 劉祐誠" userId="e73f116081f12ee1" providerId="LiveId" clId="{66C7BC23-973A-4E36-931E-0190FF2A00A9}" dt="2025-01-07T04:09:35.418" v="333" actId="1076"/>
          <ac:picMkLst>
            <pc:docMk/>
            <pc:sldMk cId="426651893" sldId="682"/>
            <ac:picMk id="1026" creationId="{7AE99CB2-AEDD-3EF5-E3B7-18CA298DDB97}"/>
          </ac:picMkLst>
        </pc:picChg>
        <pc:cxnChg chg="mod">
          <ac:chgData name="M11312030 劉祐誠" userId="e73f116081f12ee1" providerId="LiveId" clId="{66C7BC23-973A-4E36-931E-0190FF2A00A9}" dt="2025-01-07T04:08:31.372" v="316" actId="1076"/>
          <ac:cxnSpMkLst>
            <pc:docMk/>
            <pc:sldMk cId="426651893" sldId="682"/>
            <ac:cxnSpMk id="28" creationId="{B1886371-594D-348F-01C7-462FF65994FF}"/>
          </ac:cxnSpMkLst>
        </pc:cxnChg>
      </pc:sldChg>
      <pc:sldChg chg="modSp mod">
        <pc:chgData name="M11312030 劉祐誠" userId="e73f116081f12ee1" providerId="LiveId" clId="{66C7BC23-973A-4E36-931E-0190FF2A00A9}" dt="2025-01-06T08:29:20.305" v="147" actId="14100"/>
        <pc:sldMkLst>
          <pc:docMk/>
          <pc:sldMk cId="449164492" sldId="684"/>
        </pc:sldMkLst>
        <pc:spChg chg="mod">
          <ac:chgData name="M11312030 劉祐誠" userId="e73f116081f12ee1" providerId="LiveId" clId="{66C7BC23-973A-4E36-931E-0190FF2A00A9}" dt="2025-01-06T08:29:20.305" v="147" actId="14100"/>
          <ac:spMkLst>
            <pc:docMk/>
            <pc:sldMk cId="449164492" sldId="684"/>
            <ac:spMk id="5" creationId="{78DD2204-336D-5AF1-CB34-FFA8B9443A8E}"/>
          </ac:spMkLst>
        </pc:spChg>
      </pc:sldChg>
      <pc:sldChg chg="addSp modSp mod">
        <pc:chgData name="M11312030 劉祐誠" userId="e73f116081f12ee1" providerId="LiveId" clId="{66C7BC23-973A-4E36-931E-0190FF2A00A9}" dt="2025-01-09T06:03:46.279" v="539" actId="14100"/>
        <pc:sldMkLst>
          <pc:docMk/>
          <pc:sldMk cId="949492611" sldId="691"/>
        </pc:sldMkLst>
        <pc:spChg chg="add mod">
          <ac:chgData name="M11312030 劉祐誠" userId="e73f116081f12ee1" providerId="LiveId" clId="{66C7BC23-973A-4E36-931E-0190FF2A00A9}" dt="2025-01-09T06:03:46.279" v="539" actId="14100"/>
          <ac:spMkLst>
            <pc:docMk/>
            <pc:sldMk cId="949492611" sldId="691"/>
            <ac:spMk id="3" creationId="{FDD6285E-D262-5731-2A16-45FEE3C2594A}"/>
          </ac:spMkLst>
        </pc:spChg>
        <pc:spChg chg="mod">
          <ac:chgData name="M11312030 劉祐誠" userId="e73f116081f12ee1" providerId="LiveId" clId="{66C7BC23-973A-4E36-931E-0190FF2A00A9}" dt="2025-01-06T06:30:32.020" v="2" actId="1036"/>
          <ac:spMkLst>
            <pc:docMk/>
            <pc:sldMk cId="949492611" sldId="691"/>
            <ac:spMk id="17" creationId="{9AEE9FAF-1E2F-14E4-6B81-724DF5DB622B}"/>
          </ac:spMkLst>
        </pc:spChg>
      </pc:sldChg>
      <pc:sldChg chg="addSp delSp modSp add mod ord">
        <pc:chgData name="M11312030 劉祐誠" userId="e73f116081f12ee1" providerId="LiveId" clId="{66C7BC23-973A-4E36-931E-0190FF2A00A9}" dt="2025-01-06T07:44:56.279" v="145" actId="14100"/>
        <pc:sldMkLst>
          <pc:docMk/>
          <pc:sldMk cId="2757573049" sldId="695"/>
        </pc:sldMkLst>
        <pc:spChg chg="add mod">
          <ac:chgData name="M11312030 劉祐誠" userId="e73f116081f12ee1" providerId="LiveId" clId="{66C7BC23-973A-4E36-931E-0190FF2A00A9}" dt="2025-01-06T07:41:35.127" v="99" actId="1076"/>
          <ac:spMkLst>
            <pc:docMk/>
            <pc:sldMk cId="2757573049" sldId="695"/>
            <ac:spMk id="6" creationId="{215A438D-1267-FEF7-3047-A7E2FBCCAADB}"/>
          </ac:spMkLst>
        </pc:spChg>
        <pc:spChg chg="mod">
          <ac:chgData name="M11312030 劉祐誠" userId="e73f116081f12ee1" providerId="LiveId" clId="{66C7BC23-973A-4E36-931E-0190FF2A00A9}" dt="2025-01-06T07:44:56.279" v="145" actId="14100"/>
          <ac:spMkLst>
            <pc:docMk/>
            <pc:sldMk cId="2757573049" sldId="695"/>
            <ac:spMk id="12" creationId="{8FF8885C-34E0-3A69-6D64-98C67175692D}"/>
          </ac:spMkLst>
        </pc:spChg>
        <pc:spChg chg="add mod">
          <ac:chgData name="M11312030 劉祐誠" userId="e73f116081f12ee1" providerId="LiveId" clId="{66C7BC23-973A-4E36-931E-0190FF2A00A9}" dt="2025-01-06T07:41:35.127" v="99" actId="1076"/>
          <ac:spMkLst>
            <pc:docMk/>
            <pc:sldMk cId="2757573049" sldId="695"/>
            <ac:spMk id="18" creationId="{CA0D10F4-A2F8-5C46-FE7C-3A6A30F0B51D}"/>
          </ac:spMkLst>
        </pc:spChg>
        <pc:spChg chg="add mod">
          <ac:chgData name="M11312030 劉祐誠" userId="e73f116081f12ee1" providerId="LiveId" clId="{66C7BC23-973A-4E36-931E-0190FF2A00A9}" dt="2025-01-06T07:44:30.640" v="130" actId="20577"/>
          <ac:spMkLst>
            <pc:docMk/>
            <pc:sldMk cId="2757573049" sldId="695"/>
            <ac:spMk id="29" creationId="{DD6DABAE-BAD3-459C-0397-9E4D57B98826}"/>
          </ac:spMkLst>
        </pc:spChg>
        <pc:spChg chg="add mod">
          <ac:chgData name="M11312030 劉祐誠" userId="e73f116081f12ee1" providerId="LiveId" clId="{66C7BC23-973A-4E36-931E-0190FF2A00A9}" dt="2025-01-06T07:44:29.785" v="129" actId="20577"/>
          <ac:spMkLst>
            <pc:docMk/>
            <pc:sldMk cId="2757573049" sldId="695"/>
            <ac:spMk id="31" creationId="{2995CEF4-DBE7-A7DE-D214-46391A75E3B5}"/>
          </ac:spMkLst>
        </pc:spChg>
        <pc:cxnChg chg="mod">
          <ac:chgData name="M11312030 劉祐誠" userId="e73f116081f12ee1" providerId="LiveId" clId="{66C7BC23-973A-4E36-931E-0190FF2A00A9}" dt="2025-01-06T07:44:56.279" v="145" actId="14100"/>
          <ac:cxnSpMkLst>
            <pc:docMk/>
            <pc:sldMk cId="2757573049" sldId="695"/>
            <ac:cxnSpMk id="13" creationId="{559BA29A-6A5C-BF1D-3051-0335A6DD65F2}"/>
          </ac:cxnSpMkLst>
        </pc:cxnChg>
        <pc:cxnChg chg="add mod">
          <ac:chgData name="M11312030 劉祐誠" userId="e73f116081f12ee1" providerId="LiveId" clId="{66C7BC23-973A-4E36-931E-0190FF2A00A9}" dt="2025-01-06T07:41:35.127" v="99" actId="1076"/>
          <ac:cxnSpMkLst>
            <pc:docMk/>
            <pc:sldMk cId="2757573049" sldId="695"/>
            <ac:cxnSpMk id="22" creationId="{F51D81EF-E4D6-3EA8-CE96-71E04EC9CED0}"/>
          </ac:cxnSpMkLst>
        </pc:cxnChg>
      </pc:sldChg>
      <pc:sldChg chg="addSp delSp modSp new mod">
        <pc:chgData name="M11312030 劉祐誠" userId="e73f116081f12ee1" providerId="LiveId" clId="{66C7BC23-973A-4E36-931E-0190FF2A00A9}" dt="2025-01-06T10:03:59.456" v="260" actId="20577"/>
        <pc:sldMkLst>
          <pc:docMk/>
          <pc:sldMk cId="3124051823" sldId="696"/>
        </pc:sldMkLst>
        <pc:spChg chg="add mod">
          <ac:chgData name="M11312030 劉祐誠" userId="e73f116081f12ee1" providerId="LiveId" clId="{66C7BC23-973A-4E36-931E-0190FF2A00A9}" dt="2025-01-06T09:47:36.629" v="158" actId="164"/>
          <ac:spMkLst>
            <pc:docMk/>
            <pc:sldMk cId="3124051823" sldId="696"/>
            <ac:spMk id="3" creationId="{F404A10A-2AFE-420D-7950-893F00864C32}"/>
          </ac:spMkLst>
        </pc:spChg>
        <pc:spChg chg="mod">
          <ac:chgData name="M11312030 劉祐誠" userId="e73f116081f12ee1" providerId="LiveId" clId="{66C7BC23-973A-4E36-931E-0190FF2A00A9}" dt="2025-01-06T09:47:38.825" v="159" actId="571"/>
          <ac:spMkLst>
            <pc:docMk/>
            <pc:sldMk cId="3124051823" sldId="696"/>
            <ac:spMk id="10" creationId="{51E7B64F-F5E8-0FD8-F8ED-A7613279031D}"/>
          </ac:spMkLst>
        </pc:spChg>
        <pc:spChg chg="mod">
          <ac:chgData name="M11312030 劉祐誠" userId="e73f116081f12ee1" providerId="LiveId" clId="{66C7BC23-973A-4E36-931E-0190FF2A00A9}" dt="2025-01-06T09:47:42.105" v="160" actId="571"/>
          <ac:spMkLst>
            <pc:docMk/>
            <pc:sldMk cId="3124051823" sldId="696"/>
            <ac:spMk id="14" creationId="{BB7DAD27-0A6F-0FD8-4E4E-E500E885063F}"/>
          </ac:spMkLst>
        </pc:spChg>
        <pc:spChg chg="add mod">
          <ac:chgData name="M11312030 劉祐誠" userId="e73f116081f12ee1" providerId="LiveId" clId="{66C7BC23-973A-4E36-931E-0190FF2A00A9}" dt="2025-01-06T09:48:13.934" v="168" actId="164"/>
          <ac:spMkLst>
            <pc:docMk/>
            <pc:sldMk cId="3124051823" sldId="696"/>
            <ac:spMk id="17" creationId="{63AC9997-A432-D9C3-C3A7-B0B20CBCB5A7}"/>
          </ac:spMkLst>
        </pc:spChg>
        <pc:spChg chg="add mod">
          <ac:chgData name="M11312030 劉祐誠" userId="e73f116081f12ee1" providerId="LiveId" clId="{66C7BC23-973A-4E36-931E-0190FF2A00A9}" dt="2025-01-06T10:03:13.774" v="235" actId="20577"/>
          <ac:spMkLst>
            <pc:docMk/>
            <pc:sldMk cId="3124051823" sldId="696"/>
            <ac:spMk id="18" creationId="{DD479DD4-CBA1-CA1A-FE8E-3C56AE88BBA4}"/>
          </ac:spMkLst>
        </pc:spChg>
        <pc:spChg chg="add mod">
          <ac:chgData name="M11312030 劉祐誠" userId="e73f116081f12ee1" providerId="LiveId" clId="{66C7BC23-973A-4E36-931E-0190FF2A00A9}" dt="2025-01-06T10:03:23.574" v="240" actId="20577"/>
          <ac:spMkLst>
            <pc:docMk/>
            <pc:sldMk cId="3124051823" sldId="696"/>
            <ac:spMk id="19" creationId="{190E73E0-FDA0-01B8-65ED-DF8B13728A00}"/>
          </ac:spMkLst>
        </pc:spChg>
        <pc:spChg chg="add mod">
          <ac:chgData name="M11312030 劉祐誠" userId="e73f116081f12ee1" providerId="LiveId" clId="{66C7BC23-973A-4E36-931E-0190FF2A00A9}" dt="2025-01-06T10:03:20.098" v="237" actId="20577"/>
          <ac:spMkLst>
            <pc:docMk/>
            <pc:sldMk cId="3124051823" sldId="696"/>
            <ac:spMk id="20" creationId="{9ED7F104-47DC-8894-ECD5-3A17909F88D4}"/>
          </ac:spMkLst>
        </pc:spChg>
        <pc:spChg chg="mod">
          <ac:chgData name="M11312030 劉祐誠" userId="e73f116081f12ee1" providerId="LiveId" clId="{66C7BC23-973A-4E36-931E-0190FF2A00A9}" dt="2025-01-06T10:03:51.363" v="254" actId="20577"/>
          <ac:spMkLst>
            <pc:docMk/>
            <pc:sldMk cId="3124051823" sldId="696"/>
            <ac:spMk id="28" creationId="{84E1EF8B-C94A-E973-69E9-E753DA03F09D}"/>
          </ac:spMkLst>
        </pc:spChg>
        <pc:spChg chg="mod">
          <ac:chgData name="M11312030 劉祐誠" userId="e73f116081f12ee1" providerId="LiveId" clId="{66C7BC23-973A-4E36-931E-0190FF2A00A9}" dt="2025-01-06T10:03:53.622" v="256" actId="20577"/>
          <ac:spMkLst>
            <pc:docMk/>
            <pc:sldMk cId="3124051823" sldId="696"/>
            <ac:spMk id="29" creationId="{08B11FBF-F2A3-50D6-C15F-E51D30EBB751}"/>
          </ac:spMkLst>
        </pc:spChg>
        <pc:spChg chg="mod">
          <ac:chgData name="M11312030 劉祐誠" userId="e73f116081f12ee1" providerId="LiveId" clId="{66C7BC23-973A-4E36-931E-0190FF2A00A9}" dt="2025-01-06T10:03:59.456" v="260" actId="20577"/>
          <ac:spMkLst>
            <pc:docMk/>
            <pc:sldMk cId="3124051823" sldId="696"/>
            <ac:spMk id="30" creationId="{33B0077E-6C9C-9DF1-4D63-C35B70DF32DE}"/>
          </ac:spMkLst>
        </pc:spChg>
        <pc:spChg chg="mod">
          <ac:chgData name="M11312030 劉祐誠" userId="e73f116081f12ee1" providerId="LiveId" clId="{66C7BC23-973A-4E36-931E-0190FF2A00A9}" dt="2025-01-06T10:03:57.009" v="258" actId="20577"/>
          <ac:spMkLst>
            <pc:docMk/>
            <pc:sldMk cId="3124051823" sldId="696"/>
            <ac:spMk id="31" creationId="{75435851-A4A2-521F-3D76-419300B8CCC1}"/>
          </ac:spMkLst>
        </pc:spChg>
        <pc:spChg chg="add mod">
          <ac:chgData name="M11312030 劉祐誠" userId="e73f116081f12ee1" providerId="LiveId" clId="{66C7BC23-973A-4E36-931E-0190FF2A00A9}" dt="2025-01-06T09:51:18.232" v="233" actId="1076"/>
          <ac:spMkLst>
            <pc:docMk/>
            <pc:sldMk cId="3124051823" sldId="696"/>
            <ac:spMk id="32" creationId="{2AC3B4A1-F6B0-1D11-BF8A-8A1662CD992A}"/>
          </ac:spMkLst>
        </pc:spChg>
        <pc:grpChg chg="add mod">
          <ac:chgData name="M11312030 劉祐誠" userId="e73f116081f12ee1" providerId="LiveId" clId="{66C7BC23-973A-4E36-931E-0190FF2A00A9}" dt="2025-01-06T09:47:36.629" v="158" actId="164"/>
          <ac:grpSpMkLst>
            <pc:docMk/>
            <pc:sldMk cId="3124051823" sldId="696"/>
            <ac:grpSpMk id="8" creationId="{D4A4AE9E-A1C2-D309-9547-90845CEA0CD0}"/>
          </ac:grpSpMkLst>
        </pc:grpChg>
        <pc:grpChg chg="add mod">
          <ac:chgData name="M11312030 劉祐誠" userId="e73f116081f12ee1" providerId="LiveId" clId="{66C7BC23-973A-4E36-931E-0190FF2A00A9}" dt="2025-01-06T09:47:38.825" v="159" actId="571"/>
          <ac:grpSpMkLst>
            <pc:docMk/>
            <pc:sldMk cId="3124051823" sldId="696"/>
            <ac:grpSpMk id="9" creationId="{D40D51A0-0978-A89E-431B-3E71E25C46A9}"/>
          </ac:grpSpMkLst>
        </pc:grpChg>
        <pc:grpChg chg="add mod">
          <ac:chgData name="M11312030 劉祐誠" userId="e73f116081f12ee1" providerId="LiveId" clId="{66C7BC23-973A-4E36-931E-0190FF2A00A9}" dt="2025-01-06T09:47:42.105" v="160" actId="571"/>
          <ac:grpSpMkLst>
            <pc:docMk/>
            <pc:sldMk cId="3124051823" sldId="696"/>
            <ac:grpSpMk id="13" creationId="{3C28B303-157B-AB50-52B9-086E68073DA4}"/>
          </ac:grpSpMkLst>
        </pc:grpChg>
        <pc:grpChg chg="add mod">
          <ac:chgData name="M11312030 劉祐誠" userId="e73f116081f12ee1" providerId="LiveId" clId="{66C7BC23-973A-4E36-931E-0190FF2A00A9}" dt="2025-01-06T09:48:13.934" v="168" actId="164"/>
          <ac:grpSpMkLst>
            <pc:docMk/>
            <pc:sldMk cId="3124051823" sldId="696"/>
            <ac:grpSpMk id="21" creationId="{EB107B37-D863-869B-BF5A-5B2297B206D1}"/>
          </ac:grpSpMkLst>
        </pc:grpChg>
        <pc:grpChg chg="add mod">
          <ac:chgData name="M11312030 劉祐誠" userId="e73f116081f12ee1" providerId="LiveId" clId="{66C7BC23-973A-4E36-931E-0190FF2A00A9}" dt="2025-01-06T09:48:19.648" v="170" actId="571"/>
          <ac:grpSpMkLst>
            <pc:docMk/>
            <pc:sldMk cId="3124051823" sldId="696"/>
            <ac:grpSpMk id="27" creationId="{D1B5F083-EF61-CF25-3A47-E0A55B1ADCDD}"/>
          </ac:grpSpMkLst>
        </pc:grpChg>
        <pc:cxnChg chg="add mod">
          <ac:chgData name="M11312030 劉祐誠" userId="e73f116081f12ee1" providerId="LiveId" clId="{66C7BC23-973A-4E36-931E-0190FF2A00A9}" dt="2025-01-06T09:47:36.629" v="158" actId="164"/>
          <ac:cxnSpMkLst>
            <pc:docMk/>
            <pc:sldMk cId="3124051823" sldId="696"/>
            <ac:cxnSpMk id="5" creationId="{49C69466-0045-292F-2791-0C07BA28F15A}"/>
          </ac:cxnSpMkLst>
        </pc:cxnChg>
        <pc:cxnChg chg="add mod">
          <ac:chgData name="M11312030 劉祐誠" userId="e73f116081f12ee1" providerId="LiveId" clId="{66C7BC23-973A-4E36-931E-0190FF2A00A9}" dt="2025-01-06T09:47:36.629" v="158" actId="164"/>
          <ac:cxnSpMkLst>
            <pc:docMk/>
            <pc:sldMk cId="3124051823" sldId="696"/>
            <ac:cxnSpMk id="7" creationId="{E741FEDC-0815-DE63-1BF1-9A8D08E6C6DC}"/>
          </ac:cxnSpMkLst>
        </pc:cxnChg>
        <pc:cxnChg chg="mod">
          <ac:chgData name="M11312030 劉祐誠" userId="e73f116081f12ee1" providerId="LiveId" clId="{66C7BC23-973A-4E36-931E-0190FF2A00A9}" dt="2025-01-06T09:47:38.825" v="159" actId="571"/>
          <ac:cxnSpMkLst>
            <pc:docMk/>
            <pc:sldMk cId="3124051823" sldId="696"/>
            <ac:cxnSpMk id="11" creationId="{F1328AD5-772B-6B6E-05B2-1C9AF75F4EFA}"/>
          </ac:cxnSpMkLst>
        </pc:cxnChg>
        <pc:cxnChg chg="mod">
          <ac:chgData name="M11312030 劉祐誠" userId="e73f116081f12ee1" providerId="LiveId" clId="{66C7BC23-973A-4E36-931E-0190FF2A00A9}" dt="2025-01-06T09:47:38.825" v="159" actId="571"/>
          <ac:cxnSpMkLst>
            <pc:docMk/>
            <pc:sldMk cId="3124051823" sldId="696"/>
            <ac:cxnSpMk id="12" creationId="{77070367-F85C-CCEB-46D5-6A571BBED7AE}"/>
          </ac:cxnSpMkLst>
        </pc:cxnChg>
        <pc:cxnChg chg="mod">
          <ac:chgData name="M11312030 劉祐誠" userId="e73f116081f12ee1" providerId="LiveId" clId="{66C7BC23-973A-4E36-931E-0190FF2A00A9}" dt="2025-01-06T09:47:42.105" v="160" actId="571"/>
          <ac:cxnSpMkLst>
            <pc:docMk/>
            <pc:sldMk cId="3124051823" sldId="696"/>
            <ac:cxnSpMk id="15" creationId="{604D6BD0-F128-C405-B619-8D8A666AF881}"/>
          </ac:cxnSpMkLst>
        </pc:cxnChg>
        <pc:cxnChg chg="mod">
          <ac:chgData name="M11312030 劉祐誠" userId="e73f116081f12ee1" providerId="LiveId" clId="{66C7BC23-973A-4E36-931E-0190FF2A00A9}" dt="2025-01-06T09:47:42.105" v="160" actId="571"/>
          <ac:cxnSpMkLst>
            <pc:docMk/>
            <pc:sldMk cId="3124051823" sldId="696"/>
            <ac:cxnSpMk id="16" creationId="{434A682F-6F06-C803-AD21-C2EFC1B1612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0B572E-CF79-4C4C-A82D-2C13A60E0D18}" type="datetimeFigureOut">
              <a:rPr lang="zh-TW" altLang="en-US" smtClean="0"/>
              <a:t>2025/1/24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304F7-8D10-485E-BC6D-5EF96811EFF4}" type="slidenum">
              <a:rPr lang="zh-TW" altLang="en-US" smtClean="0"/>
              <a:t>‹#›</a:t>
            </a:fld>
            <a:endParaRPr lang="zh-TW" altLang="en-US"/>
          </a:p>
        </p:txBody>
      </p:sp>
    </p:spTree>
    <p:extLst>
      <p:ext uri="{BB962C8B-B14F-4D97-AF65-F5344CB8AC3E}">
        <p14:creationId xmlns:p14="http://schemas.microsoft.com/office/powerpoint/2010/main" val="529744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C4304F7-8D10-485E-BC6D-5EF96811EFF4}" type="slidenum">
              <a:rPr lang="zh-TW" altLang="en-US" smtClean="0"/>
              <a:t>1</a:t>
            </a:fld>
            <a:endParaRPr lang="zh-TW" altLang="en-US"/>
          </a:p>
        </p:txBody>
      </p:sp>
    </p:spTree>
    <p:extLst>
      <p:ext uri="{BB962C8B-B14F-4D97-AF65-F5344CB8AC3E}">
        <p14:creationId xmlns:p14="http://schemas.microsoft.com/office/powerpoint/2010/main" val="208538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2</a:t>
            </a:fld>
            <a:endParaRPr lang="zh-TW" altLang="en-US"/>
          </a:p>
        </p:txBody>
      </p:sp>
    </p:spTree>
    <p:extLst>
      <p:ext uri="{BB962C8B-B14F-4D97-AF65-F5344CB8AC3E}">
        <p14:creationId xmlns:p14="http://schemas.microsoft.com/office/powerpoint/2010/main" val="2042686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824C1-FA58-68B6-B58D-A6243C3B560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16B78A2-9016-6B27-1084-AD2C45854D6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D1ACCC3-17EC-E084-DE6C-DDC85E1C294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C2EEE7E-FC56-5239-21AA-3100A2702FF0}"/>
              </a:ext>
            </a:extLst>
          </p:cNvPr>
          <p:cNvSpPr>
            <a:spLocks noGrp="1"/>
          </p:cNvSpPr>
          <p:nvPr>
            <p:ph type="sldNum" sz="quarter" idx="10"/>
          </p:nvPr>
        </p:nvSpPr>
        <p:spPr/>
        <p:txBody>
          <a:bodyPr/>
          <a:lstStyle/>
          <a:p>
            <a:fld id="{6C4304F7-8D10-485E-BC6D-5EF96811EFF4}" type="slidenum">
              <a:rPr lang="zh-TW" altLang="en-US" smtClean="0"/>
              <a:t>3</a:t>
            </a:fld>
            <a:endParaRPr lang="zh-TW" altLang="en-US"/>
          </a:p>
        </p:txBody>
      </p:sp>
    </p:spTree>
    <p:extLst>
      <p:ext uri="{BB962C8B-B14F-4D97-AF65-F5344CB8AC3E}">
        <p14:creationId xmlns:p14="http://schemas.microsoft.com/office/powerpoint/2010/main" val="3970638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4</a:t>
            </a:fld>
            <a:endParaRPr lang="zh-TW" altLang="en-US"/>
          </a:p>
        </p:txBody>
      </p:sp>
    </p:spTree>
    <p:extLst>
      <p:ext uri="{BB962C8B-B14F-4D97-AF65-F5344CB8AC3E}">
        <p14:creationId xmlns:p14="http://schemas.microsoft.com/office/powerpoint/2010/main" val="367525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D30B-2D4C-4589-E452-9A32713E43B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386FAAA-0E84-5F9B-43CB-74681E7E044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11D2E10-F832-19B1-B8C8-F96B2F4A849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B2240BF-E8BF-F958-B17B-73013955AA48}"/>
              </a:ext>
            </a:extLst>
          </p:cNvPr>
          <p:cNvSpPr>
            <a:spLocks noGrp="1"/>
          </p:cNvSpPr>
          <p:nvPr>
            <p:ph type="sldNum" sz="quarter" idx="10"/>
          </p:nvPr>
        </p:nvSpPr>
        <p:spPr/>
        <p:txBody>
          <a:bodyPr/>
          <a:lstStyle/>
          <a:p>
            <a:fld id="{6C4304F7-8D10-485E-BC6D-5EF96811EFF4}" type="slidenum">
              <a:rPr lang="zh-TW" altLang="en-US" smtClean="0"/>
              <a:t>5</a:t>
            </a:fld>
            <a:endParaRPr lang="zh-TW" altLang="en-US"/>
          </a:p>
        </p:txBody>
      </p:sp>
    </p:spTree>
    <p:extLst>
      <p:ext uri="{BB962C8B-B14F-4D97-AF65-F5344CB8AC3E}">
        <p14:creationId xmlns:p14="http://schemas.microsoft.com/office/powerpoint/2010/main" val="161311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4E45F-93D5-FAB4-02A5-9EF1038A2E1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D3FE41C-D314-4FB2-0E1F-C215BA73E54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6B0202A-B32B-16E7-97DB-EC0F2976B5F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74C6613-ABEA-06EA-A0A5-0DC2E1C78154}"/>
              </a:ext>
            </a:extLst>
          </p:cNvPr>
          <p:cNvSpPr>
            <a:spLocks noGrp="1"/>
          </p:cNvSpPr>
          <p:nvPr>
            <p:ph type="sldNum" sz="quarter" idx="10"/>
          </p:nvPr>
        </p:nvSpPr>
        <p:spPr/>
        <p:txBody>
          <a:bodyPr/>
          <a:lstStyle/>
          <a:p>
            <a:fld id="{6C4304F7-8D10-485E-BC6D-5EF96811EFF4}" type="slidenum">
              <a:rPr lang="zh-TW" altLang="en-US" smtClean="0"/>
              <a:t>6</a:t>
            </a:fld>
            <a:endParaRPr lang="zh-TW" altLang="en-US"/>
          </a:p>
        </p:txBody>
      </p:sp>
    </p:spTree>
    <p:extLst>
      <p:ext uri="{BB962C8B-B14F-4D97-AF65-F5344CB8AC3E}">
        <p14:creationId xmlns:p14="http://schemas.microsoft.com/office/powerpoint/2010/main" val="3907017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38C23-0E7D-8D62-9894-28153E6A4E6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203CEA8-3F06-AD8C-3A42-F75449824CF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343D08-2C67-1526-474C-294F9C0B19B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E727D17-6844-4DFB-99C5-D37E46F2DF3F}"/>
              </a:ext>
            </a:extLst>
          </p:cNvPr>
          <p:cNvSpPr>
            <a:spLocks noGrp="1"/>
          </p:cNvSpPr>
          <p:nvPr>
            <p:ph type="sldNum" sz="quarter" idx="10"/>
          </p:nvPr>
        </p:nvSpPr>
        <p:spPr/>
        <p:txBody>
          <a:bodyPr/>
          <a:lstStyle/>
          <a:p>
            <a:fld id="{6C4304F7-8D10-485E-BC6D-5EF96811EFF4}" type="slidenum">
              <a:rPr lang="zh-TW" altLang="en-US" smtClean="0"/>
              <a:t>7</a:t>
            </a:fld>
            <a:endParaRPr lang="zh-TW" altLang="en-US"/>
          </a:p>
        </p:txBody>
      </p:sp>
    </p:spTree>
    <p:extLst>
      <p:ext uri="{BB962C8B-B14F-4D97-AF65-F5344CB8AC3E}">
        <p14:creationId xmlns:p14="http://schemas.microsoft.com/office/powerpoint/2010/main" val="4021717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44F6E-75D2-49F8-5C0F-6F9C2AE5BC6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748C3D6-64AD-96A4-DF76-2B2B3053F75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0C5EC25-CB16-60DA-FEF2-E491B97AD11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CFDE7B4-5CFE-D4FC-C474-A8FFE82D79DC}"/>
              </a:ext>
            </a:extLst>
          </p:cNvPr>
          <p:cNvSpPr>
            <a:spLocks noGrp="1"/>
          </p:cNvSpPr>
          <p:nvPr>
            <p:ph type="sldNum" sz="quarter" idx="10"/>
          </p:nvPr>
        </p:nvSpPr>
        <p:spPr/>
        <p:txBody>
          <a:bodyPr/>
          <a:lstStyle/>
          <a:p>
            <a:fld id="{6C4304F7-8D10-485E-BC6D-5EF96811EFF4}" type="slidenum">
              <a:rPr lang="zh-TW" altLang="en-US" smtClean="0"/>
              <a:t>8</a:t>
            </a:fld>
            <a:endParaRPr lang="zh-TW" altLang="en-US"/>
          </a:p>
        </p:txBody>
      </p:sp>
    </p:spTree>
    <p:extLst>
      <p:ext uri="{BB962C8B-B14F-4D97-AF65-F5344CB8AC3E}">
        <p14:creationId xmlns:p14="http://schemas.microsoft.com/office/powerpoint/2010/main" val="2222389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9938-FFA8-0F4F-E724-6E5A893E490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B6D10FD-6E0C-2703-9214-F18B894AF62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BE15AE-0098-00E6-BF95-2B3DFFCE3C4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9977651-A9B0-8886-001A-8BAE8226790F}"/>
              </a:ext>
            </a:extLst>
          </p:cNvPr>
          <p:cNvSpPr>
            <a:spLocks noGrp="1"/>
          </p:cNvSpPr>
          <p:nvPr>
            <p:ph type="sldNum" sz="quarter" idx="10"/>
          </p:nvPr>
        </p:nvSpPr>
        <p:spPr/>
        <p:txBody>
          <a:bodyPr/>
          <a:lstStyle/>
          <a:p>
            <a:fld id="{6C4304F7-8D10-485E-BC6D-5EF96811EFF4}" type="slidenum">
              <a:rPr lang="zh-TW" altLang="en-US" smtClean="0"/>
              <a:t>9</a:t>
            </a:fld>
            <a:endParaRPr lang="zh-TW" altLang="en-US"/>
          </a:p>
        </p:txBody>
      </p:sp>
    </p:spTree>
    <p:extLst>
      <p:ext uri="{BB962C8B-B14F-4D97-AF65-F5344CB8AC3E}">
        <p14:creationId xmlns:p14="http://schemas.microsoft.com/office/powerpoint/2010/main" val="2217842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A550D-3E30-EC8F-563C-24C5E629F82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FE884F2-9BC2-1292-5292-2A401DB905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D8F6FAD-33D1-BB58-B279-81A029337AF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C50AE8E-53EC-BE1B-37B7-45C3CBE07F7F}"/>
              </a:ext>
            </a:extLst>
          </p:cNvPr>
          <p:cNvSpPr>
            <a:spLocks noGrp="1"/>
          </p:cNvSpPr>
          <p:nvPr>
            <p:ph type="sldNum" sz="quarter" idx="10"/>
          </p:nvPr>
        </p:nvSpPr>
        <p:spPr/>
        <p:txBody>
          <a:bodyPr/>
          <a:lstStyle/>
          <a:p>
            <a:fld id="{6C4304F7-8D10-485E-BC6D-5EF96811EFF4}" type="slidenum">
              <a:rPr lang="zh-TW" altLang="en-US" smtClean="0"/>
              <a:t>10</a:t>
            </a:fld>
            <a:endParaRPr lang="zh-TW" altLang="en-US"/>
          </a:p>
        </p:txBody>
      </p:sp>
    </p:spTree>
    <p:extLst>
      <p:ext uri="{BB962C8B-B14F-4D97-AF65-F5344CB8AC3E}">
        <p14:creationId xmlns:p14="http://schemas.microsoft.com/office/powerpoint/2010/main" val="2669932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9EC37-706D-136A-7999-29929DAAB1F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5BA8423-3613-31AD-162B-CA4B247450F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ED98E8F-7BFE-E76E-F44E-B61D6AF130D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B8C12ED-FCE0-C168-53D9-1B971137B370}"/>
              </a:ext>
            </a:extLst>
          </p:cNvPr>
          <p:cNvSpPr>
            <a:spLocks noGrp="1"/>
          </p:cNvSpPr>
          <p:nvPr>
            <p:ph type="sldNum" sz="quarter" idx="10"/>
          </p:nvPr>
        </p:nvSpPr>
        <p:spPr/>
        <p:txBody>
          <a:bodyPr/>
          <a:lstStyle/>
          <a:p>
            <a:fld id="{6C4304F7-8D10-485E-BC6D-5EF96811EFF4}" type="slidenum">
              <a:rPr lang="zh-TW" altLang="en-US" smtClean="0"/>
              <a:t>11</a:t>
            </a:fld>
            <a:endParaRPr lang="zh-TW" altLang="en-US"/>
          </a:p>
        </p:txBody>
      </p:sp>
    </p:spTree>
    <p:extLst>
      <p:ext uri="{BB962C8B-B14F-4D97-AF65-F5344CB8AC3E}">
        <p14:creationId xmlns:p14="http://schemas.microsoft.com/office/powerpoint/2010/main" val="235708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57F28-317B-A112-105D-21BD7E56E03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F7DFAB4-BDE1-BD5F-6AC6-25C7318990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B9035F-82A9-3D17-E57F-28B71571DF7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A29D2C4-3999-62C0-5C46-7920C582DABB}"/>
              </a:ext>
            </a:extLst>
          </p:cNvPr>
          <p:cNvSpPr>
            <a:spLocks noGrp="1"/>
          </p:cNvSpPr>
          <p:nvPr>
            <p:ph type="sldNum" sz="quarter" idx="10"/>
          </p:nvPr>
        </p:nvSpPr>
        <p:spPr/>
        <p:txBody>
          <a:bodyPr/>
          <a:lstStyle/>
          <a:p>
            <a:fld id="{6C4304F7-8D10-485E-BC6D-5EF96811EFF4}" type="slidenum">
              <a:rPr lang="zh-TW" altLang="en-US" smtClean="0"/>
              <a:t>12</a:t>
            </a:fld>
            <a:endParaRPr lang="zh-TW" altLang="en-US"/>
          </a:p>
        </p:txBody>
      </p:sp>
    </p:spTree>
    <p:extLst>
      <p:ext uri="{BB962C8B-B14F-4D97-AF65-F5344CB8AC3E}">
        <p14:creationId xmlns:p14="http://schemas.microsoft.com/office/powerpoint/2010/main" val="3148751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1885-6459-299B-5DE0-9917E43E40F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9D7C57C-A3D0-DFD2-92C1-250E47A32ED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1CA3504-20F6-5E08-2F73-2805BD8F173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B538E34-3411-7968-AF0C-E820E998B024}"/>
              </a:ext>
            </a:extLst>
          </p:cNvPr>
          <p:cNvSpPr>
            <a:spLocks noGrp="1"/>
          </p:cNvSpPr>
          <p:nvPr>
            <p:ph type="sldNum" sz="quarter" idx="10"/>
          </p:nvPr>
        </p:nvSpPr>
        <p:spPr/>
        <p:txBody>
          <a:bodyPr/>
          <a:lstStyle/>
          <a:p>
            <a:fld id="{6C4304F7-8D10-485E-BC6D-5EF96811EFF4}" type="slidenum">
              <a:rPr lang="zh-TW" altLang="en-US" smtClean="0"/>
              <a:t>13</a:t>
            </a:fld>
            <a:endParaRPr lang="zh-TW" altLang="en-US"/>
          </a:p>
        </p:txBody>
      </p:sp>
    </p:spTree>
    <p:extLst>
      <p:ext uri="{BB962C8B-B14F-4D97-AF65-F5344CB8AC3E}">
        <p14:creationId xmlns:p14="http://schemas.microsoft.com/office/powerpoint/2010/main" val="736826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A7A81-0F7C-318A-E6FC-557E52EF317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FED91B09-F2B5-F3FA-64D9-99BBD6E6CEF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A6C68EE-A7F6-1DE1-F570-A2765E552B8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B413DD0-7CFA-8203-6637-05C2C4454D20}"/>
              </a:ext>
            </a:extLst>
          </p:cNvPr>
          <p:cNvSpPr>
            <a:spLocks noGrp="1"/>
          </p:cNvSpPr>
          <p:nvPr>
            <p:ph type="sldNum" sz="quarter" idx="10"/>
          </p:nvPr>
        </p:nvSpPr>
        <p:spPr/>
        <p:txBody>
          <a:bodyPr/>
          <a:lstStyle/>
          <a:p>
            <a:fld id="{6C4304F7-8D10-485E-BC6D-5EF96811EFF4}" type="slidenum">
              <a:rPr lang="zh-TW" altLang="en-US" smtClean="0"/>
              <a:t>14</a:t>
            </a:fld>
            <a:endParaRPr lang="zh-TW" altLang="en-US"/>
          </a:p>
        </p:txBody>
      </p:sp>
    </p:spTree>
    <p:extLst>
      <p:ext uri="{BB962C8B-B14F-4D97-AF65-F5344CB8AC3E}">
        <p14:creationId xmlns:p14="http://schemas.microsoft.com/office/powerpoint/2010/main" val="2721959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2025/1/24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43713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2025/1/24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1145879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68CD3F97-3AC4-43B4-8BBB-AD635F9A6FED}" type="datetimeFigureOut">
              <a:rPr lang="zh-TW" altLang="en-US" smtClean="0"/>
              <a:t>2025/1/24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912546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8CD3F97-3AC4-43B4-8BBB-AD635F9A6FED}" type="datetimeFigureOut">
              <a:rPr lang="zh-TW" altLang="en-US" smtClean="0"/>
              <a:t>2025/1/24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C9F0A26-8658-45AC-9DD6-E8C49AF690F3}" type="slidenum">
              <a:rPr lang="zh-TW" altLang="en-US" smtClean="0"/>
              <a:t>‹#›</a:t>
            </a:fld>
            <a:endParaRPr lang="zh-TW" altLang="en-US"/>
          </a:p>
        </p:txBody>
      </p:sp>
      <p:sp>
        <p:nvSpPr>
          <p:cNvPr id="8" name="矩形 7"/>
          <p:cNvSpPr/>
          <p:nvPr/>
        </p:nvSpPr>
        <p:spPr>
          <a:xfrm>
            <a:off x="0" y="6724651"/>
            <a:ext cx="12192000" cy="133349"/>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Tree>
    <p:extLst>
      <p:ext uri="{BB962C8B-B14F-4D97-AF65-F5344CB8AC3E}">
        <p14:creationId xmlns:p14="http://schemas.microsoft.com/office/powerpoint/2010/main" val="24917077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D3F97-3AC4-43B4-8BBB-AD635F9A6FED}" type="datetimeFigureOut">
              <a:rPr lang="zh-TW" altLang="en-US" smtClean="0"/>
              <a:t>2025/1/24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F0A26-8658-45AC-9DD6-E8C49AF690F3}" type="slidenum">
              <a:rPr lang="zh-TW" altLang="en-US" smtClean="0"/>
              <a:t>‹#›</a:t>
            </a:fld>
            <a:endParaRPr lang="zh-TW" altLang="en-US"/>
          </a:p>
        </p:txBody>
      </p:sp>
    </p:spTree>
    <p:extLst>
      <p:ext uri="{BB962C8B-B14F-4D97-AF65-F5344CB8AC3E}">
        <p14:creationId xmlns:p14="http://schemas.microsoft.com/office/powerpoint/2010/main" val="3939817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jpe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60.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
          <p:cNvSpPr txBox="1"/>
          <p:nvPr/>
        </p:nvSpPr>
        <p:spPr>
          <a:xfrm>
            <a:off x="2327737" y="342214"/>
            <a:ext cx="7536513" cy="830960"/>
          </a:xfrm>
          <a:prstGeom prst="rect">
            <a:avLst/>
          </a:prstGeom>
          <a:noFill/>
          <a:effectLst/>
        </p:spPr>
        <p:txBody>
          <a:bodyPr wrap="square" lIns="91403" tIns="45702" rIns="91403" bIns="45702">
            <a:spAutoFit/>
          </a:bodyPr>
          <a:lstStyle/>
          <a:p>
            <a:pPr algn="ctr" defTabSz="913996" fontAlgn="auto">
              <a:spcBef>
                <a:spcPts val="0"/>
              </a:spcBef>
              <a:spcAft>
                <a:spcPts val="0"/>
              </a:spcAft>
              <a:defRPr/>
            </a:pPr>
            <a:r>
              <a:rPr lang="en-US" altLang="zh-TW" sz="4800" b="1" dirty="0">
                <a:ln w="19050">
                  <a:noFill/>
                </a:ln>
                <a:solidFill>
                  <a:schemeClr val="accent4"/>
                </a:solidFill>
                <a:latin typeface="微软雅黑" panose="020B0503020204020204" pitchFamily="34" charset="-122"/>
                <a:ea typeface="微软雅黑" panose="020B0503020204020204" pitchFamily="34" charset="-122"/>
              </a:rPr>
              <a:t>M</a:t>
            </a:r>
            <a:r>
              <a:rPr lang="en-US" altLang="zh-TW" sz="4800" b="1" dirty="0">
                <a:ln w="19050">
                  <a:noFill/>
                </a:ln>
                <a:solidFill>
                  <a:srgbClr val="44ADCB"/>
                </a:solidFill>
                <a:latin typeface="微软雅黑" panose="020B0503020204020204" pitchFamily="34" charset="-122"/>
                <a:ea typeface="微软雅黑" panose="020B0503020204020204" pitchFamily="34" charset="-122"/>
              </a:rPr>
              <a:t>ediaCore Lab</a:t>
            </a:r>
          </a:p>
        </p:txBody>
      </p:sp>
      <p:sp>
        <p:nvSpPr>
          <p:cNvPr id="2" name="TextBox 3">
            <a:extLst>
              <a:ext uri="{FF2B5EF4-FFF2-40B4-BE49-F238E27FC236}">
                <a16:creationId xmlns:a16="http://schemas.microsoft.com/office/drawing/2014/main" id="{D59B92E0-9576-D533-5BE2-81ECF2C4FB7B}"/>
              </a:ext>
            </a:extLst>
          </p:cNvPr>
          <p:cNvSpPr txBox="1"/>
          <p:nvPr/>
        </p:nvSpPr>
        <p:spPr>
          <a:xfrm>
            <a:off x="2327737" y="4331624"/>
            <a:ext cx="7536513" cy="2345286"/>
          </a:xfrm>
          <a:prstGeom prst="rect">
            <a:avLst/>
          </a:prstGeom>
          <a:noFill/>
          <a:effectLst/>
        </p:spPr>
        <p:txBody>
          <a:bodyPr wrap="square" lIns="91403" tIns="45702" rIns="91403" bIns="45702">
            <a:spAutoFit/>
          </a:bodyPr>
          <a:lstStyle/>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Department of Electrical Engineering</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National Yunlin University of Science and Technology</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Lecturer : </a:t>
            </a:r>
            <a:r>
              <a:rPr lang="zh-TW" altLang="en-US"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劉祐誠</a:t>
            </a:r>
            <a:endPar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endParaRP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Advisor : Ting-An Chang</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2025.01.24</a:t>
            </a:r>
          </a:p>
        </p:txBody>
      </p:sp>
      <p:sp>
        <p:nvSpPr>
          <p:cNvPr id="3" name="Rectangle 1">
            <a:extLst>
              <a:ext uri="{FF2B5EF4-FFF2-40B4-BE49-F238E27FC236}">
                <a16:creationId xmlns:a16="http://schemas.microsoft.com/office/drawing/2014/main" id="{9DFD28AD-4955-331D-6097-3673466161E7}"/>
              </a:ext>
            </a:extLst>
          </p:cNvPr>
          <p:cNvSpPr>
            <a:spLocks noChangeArrowheads="1"/>
          </p:cNvSpPr>
          <p:nvPr/>
        </p:nvSpPr>
        <p:spPr bwMode="auto">
          <a:xfrm rot="10800000" flipV="1">
            <a:off x="842430" y="3229865"/>
            <a:ext cx="10507121" cy="1120828"/>
          </a:xfrm>
          <a:prstGeom prst="rect">
            <a:avLst/>
          </a:prstGeom>
          <a:solidFill>
            <a:schemeClr val="bg1"/>
          </a:solidFill>
          <a:ln>
            <a:noFill/>
          </a:ln>
          <a:effectLst/>
        </p:spPr>
        <p:txBody>
          <a:bodyPr vert="horz" wrap="square" lIns="0" tIns="-12696" rIns="0" bIns="-12696" numCol="1" anchor="ctr" anchorCtr="0" compatLnSpc="1">
            <a:prstTxWarp prst="textNoShape">
              <a:avLst/>
            </a:prstTxWarp>
            <a:spAutoFit/>
          </a:bodyPr>
          <a:lstStyle/>
          <a:p>
            <a:pPr algn="ctr" eaLnBrk="0" fontAlgn="base" hangingPunct="0">
              <a:spcBef>
                <a:spcPct val="0"/>
              </a:spcBef>
              <a:spcAft>
                <a:spcPct val="0"/>
              </a:spcAft>
            </a:pPr>
            <a:r>
              <a:rPr lang="zh-TW" altLang="en-US" sz="3200" b="0" i="0" dirty="0">
                <a:solidFill>
                  <a:srgbClr val="1F1F1F"/>
                </a:solidFill>
                <a:effectLst/>
                <a:latin typeface="ElsevierGulliver"/>
              </a:rPr>
              <a:t>基於劑量學、放射組學和劑量組學的頭頸癌患者接受碳離子放射治療的急性口腔黏膜炎正常組織併發症機率模型</a:t>
            </a:r>
            <a:endParaRPr lang="zh-TW" altLang="en-US" sz="3200" dirty="0">
              <a:solidFill>
                <a:srgbClr val="1F1F1F"/>
              </a:solidFill>
              <a:latin typeface="微軟正黑體" panose="020B0604030504040204" pitchFamily="34" charset="-120"/>
              <a:ea typeface="微軟正黑體" panose="020B0604030504040204" pitchFamily="34"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5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endParaRPr kumimoji="0" lang="zh-TW" altLang="zh-TW" sz="28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05FE8B69-52D8-0286-D9B0-8EE4276462EB}"/>
              </a:ext>
            </a:extLst>
          </p:cNvPr>
          <p:cNvSpPr txBox="1"/>
          <p:nvPr/>
        </p:nvSpPr>
        <p:spPr>
          <a:xfrm>
            <a:off x="406118" y="1498062"/>
            <a:ext cx="11379746" cy="1569660"/>
          </a:xfrm>
          <a:prstGeom prst="rect">
            <a:avLst/>
          </a:prstGeom>
          <a:noFill/>
        </p:spPr>
        <p:txBody>
          <a:bodyPr wrap="square">
            <a:spAutoFit/>
          </a:bodyPr>
          <a:lstStyle/>
          <a:p>
            <a:pPr algn="ctr"/>
            <a:r>
              <a:rPr lang="en-US" altLang="zh-TW" sz="3200" dirty="0"/>
              <a:t>Normal tissue complication probability model for acute oral mucositis in patients with head and neck cancer undergoing carbon ion radiation therapy based on dosimetry, radiomics, and </a:t>
            </a:r>
            <a:r>
              <a:rPr lang="en-US" altLang="zh-TW" sz="3200" dirty="0" err="1"/>
              <a:t>dosiomics</a:t>
            </a:r>
            <a:endParaRPr lang="en-US" altLang="zh-TW" sz="3200" dirty="0"/>
          </a:p>
        </p:txBody>
      </p:sp>
    </p:spTree>
    <p:extLst>
      <p:ext uri="{BB962C8B-B14F-4D97-AF65-F5344CB8AC3E}">
        <p14:creationId xmlns:p14="http://schemas.microsoft.com/office/powerpoint/2010/main" val="2827891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5" y="354451"/>
            <a:ext cx="17461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800" b="1" dirty="0">
                <a:latin typeface="微软雅黑" pitchFamily="34" charset="-122"/>
                <a:ea typeface="微软雅黑" pitchFamily="34" charset="-122"/>
              </a:rPr>
              <a:t>Outline</a:t>
            </a:r>
          </a:p>
        </p:txBody>
      </p:sp>
      <p:cxnSp>
        <p:nvCxnSpPr>
          <p:cNvPr id="13" name="直接连接符 51"/>
          <p:cNvCxnSpPr>
            <a:cxnSpLocks/>
            <a:endCxn id="12" idx="3"/>
          </p:cNvCxnSpPr>
          <p:nvPr/>
        </p:nvCxnSpPr>
        <p:spPr>
          <a:xfrm flipH="1" flipV="1">
            <a:off x="3090333" y="616061"/>
            <a:ext cx="8816356"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3359061"/>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Paper Goal</a:t>
            </a:r>
          </a:p>
          <a:p>
            <a:pPr marL="342900" lvl="1" indent="-34290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Introduction</a:t>
            </a:r>
          </a:p>
          <a:p>
            <a:pPr marL="342900" lvl="1" indent="-34290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Proposed Methods</a:t>
            </a:r>
          </a:p>
          <a:p>
            <a:pPr marL="342900" lvl="1" indent="-34290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Experimental Results</a:t>
            </a:r>
          </a:p>
          <a:p>
            <a:pPr marL="342900" lvl="1" indent="-34290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Analysis and Discussions </a:t>
            </a:r>
          </a:p>
          <a:p>
            <a:pPr marL="342900" lvl="1" indent="-342900" algn="just">
              <a:lnSpc>
                <a:spcPct val="150000"/>
              </a:lnSpc>
              <a:buClr>
                <a:srgbClr val="35A0BD"/>
              </a:buClr>
              <a:buFont typeface="Wingdings" panose="05000000000000000000" pitchFamily="2" charset="2"/>
              <a:buChar char="l"/>
            </a:pPr>
            <a:r>
              <a:rPr lang="en-US" altLang="zh-TW" sz="2400" dirty="0">
                <a:ea typeface="微軟正黑體" panose="020B0604030504040204" pitchFamily="34" charset="-120"/>
              </a:rPr>
              <a:t>Conclusions</a:t>
            </a:r>
          </a:p>
        </p:txBody>
      </p:sp>
    </p:spTree>
    <p:extLst>
      <p:ext uri="{BB962C8B-B14F-4D97-AF65-F5344CB8AC3E}">
        <p14:creationId xmlns:p14="http://schemas.microsoft.com/office/powerpoint/2010/main" val="34854100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70F3A-A602-3FB4-7FB7-FF2D50A65616}"/>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3B809DB-B491-96E1-D553-CED2537C60A9}"/>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DF1C70F3-2E70-38FE-6FCF-BCAAC71576F2}"/>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5B1981D6-9766-5E78-D346-4288B594C6F4}"/>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0F0D262C-23F2-AFCA-1DE1-D083C502A44F}"/>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A96EAEA2-390D-3E82-2740-456B7975A3DA}"/>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74813380-52B7-0D77-FA03-6C7054197AFE}"/>
              </a:ext>
            </a:extLst>
          </p:cNvPr>
          <p:cNvSpPr txBox="1">
            <a:spLocks noChangeArrowheads="1"/>
          </p:cNvSpPr>
          <p:nvPr/>
        </p:nvSpPr>
        <p:spPr bwMode="auto">
          <a:xfrm>
            <a:off x="1344157" y="354451"/>
            <a:ext cx="10640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前言</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1B1C2443-4FBF-5259-AB53-F9B455E61D4A}"/>
              </a:ext>
            </a:extLst>
          </p:cNvPr>
          <p:cNvCxnSpPr>
            <a:cxnSpLocks/>
            <a:endCxn id="12" idx="3"/>
          </p:cNvCxnSpPr>
          <p:nvPr/>
        </p:nvCxnSpPr>
        <p:spPr>
          <a:xfrm flipH="1" flipV="1">
            <a:off x="2408223" y="616061"/>
            <a:ext cx="9498467"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460DE80-A59D-6AB5-B40A-A98588CDD3AC}"/>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72CB6F35-C5EC-58FF-1E7C-4BC3B247AD2E}"/>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3</a:t>
            </a:fld>
            <a:endParaRPr lang="en-US" altLang="zh-CN" sz="1400" dirty="0">
              <a:solidFill>
                <a:schemeClr val="bg1"/>
              </a:solidFill>
              <a:latin typeface="微软雅黑" pitchFamily="34" charset="-122"/>
              <a:ea typeface="微软雅黑" pitchFamily="34" charset="-122"/>
            </a:endParaRPr>
          </a:p>
        </p:txBody>
      </p:sp>
      <p:sp>
        <p:nvSpPr>
          <p:cNvPr id="29" name="文字方塊 28">
            <a:extLst>
              <a:ext uri="{FF2B5EF4-FFF2-40B4-BE49-F238E27FC236}">
                <a16:creationId xmlns:a16="http://schemas.microsoft.com/office/drawing/2014/main" id="{695EDA7F-4197-3B14-6D53-D7702919D8F2}"/>
              </a:ext>
            </a:extLst>
          </p:cNvPr>
          <p:cNvSpPr txBox="1"/>
          <p:nvPr/>
        </p:nvSpPr>
        <p:spPr>
          <a:xfrm>
            <a:off x="599773" y="1126495"/>
            <a:ext cx="10992453" cy="1709635"/>
          </a:xfrm>
          <a:prstGeom prst="rect">
            <a:avLst/>
          </a:prstGeom>
          <a:noFill/>
        </p:spPr>
        <p:txBody>
          <a:bodyPr wrap="square">
            <a:spAutoFit/>
          </a:bodyPr>
          <a:lstStyle/>
          <a:p>
            <a:pPr>
              <a:lnSpc>
                <a:spcPct val="150000"/>
              </a:lnSpc>
            </a:pPr>
            <a:r>
              <a:rPr lang="zh-TW" altLang="en-US" dirty="0">
                <a:latin typeface="微軟正黑體" panose="020B0604030504040204" pitchFamily="34" charset="-120"/>
                <a:ea typeface="微軟正黑體" panose="020B0604030504040204" pitchFamily="34" charset="-120"/>
              </a:rPr>
              <a:t>急性口腔黏膜炎 </a:t>
            </a:r>
            <a:r>
              <a:rPr lang="en-US" altLang="zh-TW" dirty="0">
                <a:latin typeface="微軟正黑體" panose="020B0604030504040204" pitchFamily="34" charset="-120"/>
                <a:ea typeface="微軟正黑體" panose="020B0604030504040204" pitchFamily="34" charset="-120"/>
              </a:rPr>
              <a:t>(AOM) </a:t>
            </a:r>
            <a:r>
              <a:rPr lang="zh-TW" altLang="en-US" dirty="0">
                <a:latin typeface="微軟正黑體" panose="020B0604030504040204" pitchFamily="34" charset="-120"/>
                <a:ea typeface="微軟正黑體" panose="020B0604030504040204" pitchFamily="34" charset="-120"/>
              </a:rPr>
              <a:t>是頭頸 </a:t>
            </a:r>
            <a:r>
              <a:rPr lang="en-US" altLang="zh-TW" dirty="0">
                <a:latin typeface="微軟正黑體" panose="020B0604030504040204" pitchFamily="34" charset="-120"/>
                <a:ea typeface="微軟正黑體" panose="020B0604030504040204" pitchFamily="34" charset="-120"/>
              </a:rPr>
              <a:t>(HN) </a:t>
            </a:r>
            <a:r>
              <a:rPr lang="zh-TW" altLang="en-US" dirty="0">
                <a:latin typeface="微軟正黑體" panose="020B0604030504040204" pitchFamily="34" charset="-120"/>
                <a:ea typeface="微軟正黑體" panose="020B0604030504040204" pitchFamily="34" charset="-120"/>
              </a:rPr>
              <a:t>癌症治療中常見且重大的不良事件，常對患者生活品質 </a:t>
            </a:r>
            <a:r>
              <a:rPr lang="en-US" altLang="zh-TW" dirty="0">
                <a:latin typeface="微軟正黑體" panose="020B0604030504040204" pitchFamily="34" charset="-120"/>
                <a:ea typeface="微軟正黑體" panose="020B0604030504040204" pitchFamily="34" charset="-120"/>
              </a:rPr>
              <a:t>(QOL) </a:t>
            </a:r>
            <a:r>
              <a:rPr lang="zh-TW" altLang="en-US" dirty="0">
                <a:latin typeface="微軟正黑體" panose="020B0604030504040204" pitchFamily="34" charset="-120"/>
                <a:ea typeface="微軟正黑體" panose="020B0604030504040204" pitchFamily="34" charset="-120"/>
              </a:rPr>
              <a:t>造成嚴重影響。儘管採用劑量限制策略，急性口腔黏膜炎的發生率仍高達 </a:t>
            </a:r>
            <a:r>
              <a:rPr lang="en-US" altLang="zh-TW" dirty="0">
                <a:latin typeface="微軟正黑體" panose="020B0604030504040204" pitchFamily="34" charset="-120"/>
                <a:ea typeface="微軟正黑體" panose="020B0604030504040204" pitchFamily="34" charset="-120"/>
              </a:rPr>
              <a:t>80% </a:t>
            </a:r>
            <a:r>
              <a:rPr lang="zh-TW" altLang="en-US" dirty="0">
                <a:latin typeface="微軟正黑體" panose="020B0604030504040204" pitchFamily="34" charset="-120"/>
                <a:ea typeface="微軟正黑體" panose="020B0604030504040204" pitchFamily="34" charset="-120"/>
              </a:rPr>
              <a:t>至 </a:t>
            </a:r>
            <a:r>
              <a:rPr lang="en-US" altLang="zh-TW" dirty="0">
                <a:latin typeface="微軟正黑體" panose="020B0604030504040204" pitchFamily="34" charset="-120"/>
                <a:ea typeface="微軟正黑體" panose="020B0604030504040204" pitchFamily="34" charset="-120"/>
              </a:rPr>
              <a:t>100%</a:t>
            </a:r>
            <a:r>
              <a:rPr lang="zh-TW" altLang="en-US" dirty="0">
                <a:latin typeface="微軟正黑體" panose="020B0604030504040204" pitchFamily="34" charset="-120"/>
                <a:ea typeface="微軟正黑體" panose="020B0604030504040204" pitchFamily="34" charset="-120"/>
              </a:rPr>
              <a:t>，其中約 </a:t>
            </a:r>
            <a:r>
              <a:rPr lang="en-US" altLang="zh-TW" dirty="0">
                <a:latin typeface="微軟正黑體" panose="020B0604030504040204" pitchFamily="34" charset="-120"/>
                <a:ea typeface="微軟正黑體" panose="020B0604030504040204" pitchFamily="34" charset="-120"/>
              </a:rPr>
              <a:t>29% </a:t>
            </a:r>
            <a:r>
              <a:rPr lang="zh-TW" altLang="en-US" dirty="0">
                <a:latin typeface="微軟正黑體" panose="020B0604030504040204" pitchFamily="34" charset="-120"/>
                <a:ea typeface="微軟正黑體" panose="020B0604030504040204" pitchFamily="34" charset="-120"/>
              </a:rPr>
              <a:t>的患者會出現嚴重黏膜炎。本研究旨在</a:t>
            </a:r>
            <a:r>
              <a:rPr lang="zh-TW" altLang="en-US" b="1" dirty="0">
                <a:solidFill>
                  <a:srgbClr val="FF0000"/>
                </a:solidFill>
                <a:latin typeface="微軟正黑體" panose="020B0604030504040204" pitchFamily="34" charset="-120"/>
                <a:ea typeface="微軟正黑體" panose="020B0604030504040204" pitchFamily="34" charset="-120"/>
              </a:rPr>
              <a:t>開發結合臨床、</a:t>
            </a:r>
            <a:r>
              <a:rPr lang="en-US" altLang="zh-TW" b="1" dirty="0">
                <a:solidFill>
                  <a:srgbClr val="FF0000"/>
                </a:solidFill>
                <a:latin typeface="微軟正黑體" panose="020B0604030504040204" pitchFamily="34" charset="-120"/>
                <a:ea typeface="微軟正黑體" panose="020B0604030504040204" pitchFamily="34" charset="-120"/>
              </a:rPr>
              <a:t>DVH</a:t>
            </a:r>
            <a:r>
              <a:rPr lang="zh-TW" altLang="en-US" b="1" dirty="0">
                <a:solidFill>
                  <a:srgbClr val="FF0000"/>
                </a:solidFill>
                <a:latin typeface="微軟正黑體" panose="020B0604030504040204" pitchFamily="34" charset="-120"/>
                <a:ea typeface="微軟正黑體" panose="020B0604030504040204" pitchFamily="34" charset="-120"/>
              </a:rPr>
              <a:t>、放射組學與劑量組學特徵的個體化 </a:t>
            </a:r>
            <a:r>
              <a:rPr lang="en-US" altLang="zh-TW" b="1" dirty="0">
                <a:solidFill>
                  <a:srgbClr val="FF0000"/>
                </a:solidFill>
                <a:latin typeface="微軟正黑體" panose="020B0604030504040204" pitchFamily="34" charset="-120"/>
                <a:ea typeface="微軟正黑體" panose="020B0604030504040204" pitchFamily="34" charset="-120"/>
              </a:rPr>
              <a:t>NTCP </a:t>
            </a:r>
            <a:r>
              <a:rPr lang="zh-TW" altLang="en-US" b="1" dirty="0">
                <a:solidFill>
                  <a:srgbClr val="FF0000"/>
                </a:solidFill>
                <a:latin typeface="微軟正黑體" panose="020B0604030504040204" pitchFamily="34" charset="-120"/>
                <a:ea typeface="微軟正黑體" panose="020B0604030504040204" pitchFamily="34" charset="-120"/>
              </a:rPr>
              <a:t>模型，以準確預測碳離子放射治療引起的 </a:t>
            </a:r>
            <a:r>
              <a:rPr lang="en-US" altLang="zh-TW" b="1" dirty="0">
                <a:solidFill>
                  <a:srgbClr val="FF0000"/>
                </a:solidFill>
                <a:latin typeface="微軟正黑體" panose="020B0604030504040204" pitchFamily="34" charset="-120"/>
                <a:ea typeface="微軟正黑體" panose="020B0604030504040204" pitchFamily="34" charset="-120"/>
              </a:rPr>
              <a:t>AOM</a:t>
            </a:r>
            <a:r>
              <a:rPr lang="zh-TW" altLang="en-US" b="1" dirty="0">
                <a:solidFill>
                  <a:srgbClr val="FF0000"/>
                </a:solidFill>
                <a:latin typeface="微軟正黑體" panose="020B0604030504040204" pitchFamily="34" charset="-120"/>
                <a:ea typeface="微軟正黑體" panose="020B0604030504040204" pitchFamily="34" charset="-120"/>
              </a:rPr>
              <a:t>（≥ </a:t>
            </a:r>
            <a:r>
              <a:rPr lang="en-US" altLang="zh-TW" b="1" dirty="0">
                <a:solidFill>
                  <a:srgbClr val="FF0000"/>
                </a:solidFill>
                <a:latin typeface="微軟正黑體" panose="020B0604030504040204" pitchFamily="34" charset="-120"/>
                <a:ea typeface="微軟正黑體" panose="020B0604030504040204" pitchFamily="34" charset="-120"/>
              </a:rPr>
              <a:t>2 </a:t>
            </a:r>
            <a:r>
              <a:rPr lang="zh-TW" altLang="en-US" b="1" dirty="0">
                <a:solidFill>
                  <a:srgbClr val="FF0000"/>
                </a:solidFill>
                <a:latin typeface="微軟正黑體" panose="020B0604030504040204" pitchFamily="34" charset="-120"/>
                <a:ea typeface="微軟正黑體" panose="020B0604030504040204" pitchFamily="34" charset="-120"/>
              </a:rPr>
              <a:t>級）風險。</a:t>
            </a:r>
            <a:endParaRPr lang="zh-TW" altLang="en-US" dirty="0">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899DF7-D612-39B4-0C21-E493189D7961}"/>
              </a:ext>
            </a:extLst>
          </p:cNvPr>
          <p:cNvSpPr txBox="1"/>
          <p:nvPr/>
        </p:nvSpPr>
        <p:spPr>
          <a:xfrm>
            <a:off x="1999413" y="5546839"/>
            <a:ext cx="1631887" cy="369332"/>
          </a:xfrm>
          <a:prstGeom prst="rect">
            <a:avLst/>
          </a:prstGeom>
          <a:noFill/>
        </p:spPr>
        <p:txBody>
          <a:bodyPr wrap="square">
            <a:spAutoFit/>
          </a:bodyPr>
          <a:lstStyle/>
          <a:p>
            <a:r>
              <a:rPr lang="zh-TW" altLang="en-US" dirty="0">
                <a:solidFill>
                  <a:srgbClr val="222222"/>
                </a:solidFill>
                <a:latin typeface="微軟正黑體" panose="020B0604030504040204" pitchFamily="34" charset="-120"/>
                <a:ea typeface="微軟正黑體" panose="020B0604030504040204" pitchFamily="34" charset="-120"/>
              </a:rPr>
              <a:t>頭頸</a:t>
            </a:r>
            <a:r>
              <a:rPr lang="zh-TW" altLang="en-US" b="0" i="0" dirty="0">
                <a:solidFill>
                  <a:srgbClr val="222222"/>
                </a:solidFill>
                <a:effectLst/>
                <a:latin typeface="微軟正黑體" panose="020B0604030504040204" pitchFamily="34" charset="-120"/>
                <a:ea typeface="微軟正黑體" panose="020B0604030504040204" pitchFamily="34" charset="-120"/>
              </a:rPr>
              <a:t>癌患者 </a:t>
            </a:r>
            <a:endParaRPr lang="zh-TW" altLang="en-US" dirty="0"/>
          </a:p>
        </p:txBody>
      </p:sp>
      <p:sp>
        <p:nvSpPr>
          <p:cNvPr id="32" name="文字方塊 31">
            <a:extLst>
              <a:ext uri="{FF2B5EF4-FFF2-40B4-BE49-F238E27FC236}">
                <a16:creationId xmlns:a16="http://schemas.microsoft.com/office/drawing/2014/main" id="{8E813AAE-9036-98D6-A32F-86C10FF3D9D1}"/>
              </a:ext>
            </a:extLst>
          </p:cNvPr>
          <p:cNvSpPr txBox="1"/>
          <p:nvPr/>
        </p:nvSpPr>
        <p:spPr>
          <a:xfrm>
            <a:off x="8560702" y="5641107"/>
            <a:ext cx="1893626" cy="369332"/>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急性口腔黏膜炎</a:t>
            </a:r>
            <a:endParaRPr lang="zh-TW" altLang="en-US" dirty="0"/>
          </a:p>
        </p:txBody>
      </p:sp>
      <p:sp>
        <p:nvSpPr>
          <p:cNvPr id="33" name="箭號: 向右 32">
            <a:extLst>
              <a:ext uri="{FF2B5EF4-FFF2-40B4-BE49-F238E27FC236}">
                <a16:creationId xmlns:a16="http://schemas.microsoft.com/office/drawing/2014/main" id="{0D1D128A-1F97-9B4D-A1B5-F81BF2954373}"/>
              </a:ext>
            </a:extLst>
          </p:cNvPr>
          <p:cNvSpPr/>
          <p:nvPr/>
        </p:nvSpPr>
        <p:spPr>
          <a:xfrm>
            <a:off x="4451431" y="4607966"/>
            <a:ext cx="1285592" cy="2263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文字方塊 33">
            <a:extLst>
              <a:ext uri="{FF2B5EF4-FFF2-40B4-BE49-F238E27FC236}">
                <a16:creationId xmlns:a16="http://schemas.microsoft.com/office/drawing/2014/main" id="{32BDC280-2BD6-28FB-6824-3DB094BA3A38}"/>
              </a:ext>
            </a:extLst>
          </p:cNvPr>
          <p:cNvSpPr txBox="1"/>
          <p:nvPr/>
        </p:nvSpPr>
        <p:spPr>
          <a:xfrm>
            <a:off x="4235521" y="4111276"/>
            <a:ext cx="1860478" cy="369332"/>
          </a:xfrm>
          <a:prstGeom prst="rect">
            <a:avLst/>
          </a:prstGeom>
          <a:noFill/>
        </p:spPr>
        <p:txBody>
          <a:bodyPr wrap="square" rtlCol="0">
            <a:spAutoFit/>
          </a:bodyPr>
          <a:lstStyle/>
          <a:p>
            <a:r>
              <a:rPr lang="en-US" altLang="zh-TW" dirty="0"/>
              <a:t>80%</a:t>
            </a:r>
            <a:r>
              <a:rPr lang="zh-TW" altLang="en-US" dirty="0"/>
              <a:t> </a:t>
            </a:r>
            <a:r>
              <a:rPr lang="en-US" altLang="zh-TW" dirty="0"/>
              <a:t>-</a:t>
            </a:r>
            <a:r>
              <a:rPr lang="zh-TW" altLang="en-US" dirty="0"/>
              <a:t> </a:t>
            </a:r>
            <a:r>
              <a:rPr lang="en-US" altLang="zh-TW" dirty="0"/>
              <a:t>100%</a:t>
            </a:r>
            <a:r>
              <a:rPr lang="zh-TW" altLang="en-US" dirty="0"/>
              <a:t>機率</a:t>
            </a:r>
          </a:p>
        </p:txBody>
      </p:sp>
      <p:pic>
        <p:nvPicPr>
          <p:cNvPr id="2" name="Picture 2" descr="頭頸癌治療方案| 頭頸癌症狀、HPV關係及分佈範圍- 希愈醫療">
            <a:extLst>
              <a:ext uri="{FF2B5EF4-FFF2-40B4-BE49-F238E27FC236}">
                <a16:creationId xmlns:a16="http://schemas.microsoft.com/office/drawing/2014/main" id="{B5D98D9E-60F1-9568-60D3-2C6017BC00C6}"/>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8953" b="89985" l="9957" r="89957">
                        <a14:foregroundMark x1="45281" y1="10774" x2="45281" y2="10774"/>
                        <a14:foregroundMark x1="48312" y1="8953" x2="48312" y2="8953"/>
                        <a14:foregroundMark x1="55498" y1="8953" x2="55498" y2="8953"/>
                      </a14:backgroundRemoval>
                    </a14:imgEffect>
                  </a14:imgLayer>
                </a14:imgProps>
              </a:ext>
              <a:ext uri="{28A0092B-C50C-407E-A947-70E740481C1C}">
                <a14:useLocalDpi xmlns:a14="http://schemas.microsoft.com/office/drawing/2010/main" val="0"/>
              </a:ext>
            </a:extLst>
          </a:blip>
          <a:srcRect/>
          <a:stretch>
            <a:fillRect/>
          </a:stretch>
        </p:blipFill>
        <p:spPr bwMode="auto">
          <a:xfrm>
            <a:off x="805387" y="3460178"/>
            <a:ext cx="3646044" cy="208029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口腔粘膜炎- 日本就医网">
            <a:extLst>
              <a:ext uri="{FF2B5EF4-FFF2-40B4-BE49-F238E27FC236}">
                <a16:creationId xmlns:a16="http://schemas.microsoft.com/office/drawing/2014/main" id="{65316291-E4E5-A527-30DF-B8C27E9410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2892" y="3807866"/>
            <a:ext cx="48768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4983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6" y="354451"/>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資料蒐集</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p:cNvCxnSpPr>
            <a:cxnSpLocks/>
            <a:endCxn id="12" idx="3"/>
          </p:cNvCxnSpPr>
          <p:nvPr/>
        </p:nvCxnSpPr>
        <p:spPr>
          <a:xfrm flipH="1" flipV="1">
            <a:off x="3039291" y="616061"/>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4</a:t>
            </a:fld>
            <a:endParaRPr lang="en-US" altLang="zh-CN" sz="1400" dirty="0">
              <a:solidFill>
                <a:schemeClr val="bg1"/>
              </a:solidFill>
              <a:latin typeface="微软雅黑" pitchFamily="34" charset="-122"/>
              <a:ea typeface="微软雅黑" pitchFamily="34" charset="-122"/>
            </a:endParaRPr>
          </a:p>
        </p:txBody>
      </p:sp>
      <p:sp>
        <p:nvSpPr>
          <p:cNvPr id="3" name="文字方塊 2">
            <a:extLst>
              <a:ext uri="{FF2B5EF4-FFF2-40B4-BE49-F238E27FC236}">
                <a16:creationId xmlns:a16="http://schemas.microsoft.com/office/drawing/2014/main" id="{6A3143EE-02D4-CE63-D762-4A6E5A105C56}"/>
              </a:ext>
            </a:extLst>
          </p:cNvPr>
          <p:cNvSpPr txBox="1"/>
          <p:nvPr/>
        </p:nvSpPr>
        <p:spPr>
          <a:xfrm>
            <a:off x="887991" y="1363377"/>
            <a:ext cx="9961775" cy="369332"/>
          </a:xfrm>
          <a:prstGeom prst="rect">
            <a:avLst/>
          </a:prstGeom>
          <a:noFill/>
        </p:spPr>
        <p:txBody>
          <a:bodyPr wrap="square">
            <a:spAutoFit/>
          </a:bodyPr>
          <a:lstStyle/>
          <a:p>
            <a:r>
              <a:rPr lang="zh-TW" altLang="en-US" dirty="0">
                <a:latin typeface="微軟正黑體" panose="020B0604030504040204" pitchFamily="34" charset="-120"/>
                <a:ea typeface="微軟正黑體" panose="020B0604030504040204" pitchFamily="34" charset="-120"/>
              </a:rPr>
              <a:t>從</a:t>
            </a:r>
            <a:r>
              <a:rPr lang="en-US" altLang="zh-TW" dirty="0">
                <a:latin typeface="微軟正黑體" panose="020B0604030504040204" pitchFamily="34" charset="-120"/>
                <a:ea typeface="微軟正黑體" panose="020B0604030504040204" pitchFamily="34" charset="-120"/>
              </a:rPr>
              <a:t>2010</a:t>
            </a:r>
            <a:r>
              <a:rPr lang="zh-TW" altLang="en-US" dirty="0">
                <a:latin typeface="微軟正黑體" panose="020B0604030504040204" pitchFamily="34" charset="-120"/>
                <a:ea typeface="微軟正黑體" panose="020B0604030504040204" pitchFamily="34" charset="-120"/>
              </a:rPr>
              <a:t>到</a:t>
            </a:r>
            <a:r>
              <a:rPr lang="en-US" altLang="zh-TW" dirty="0">
                <a:latin typeface="微軟正黑體" panose="020B0604030504040204" pitchFamily="34" charset="-120"/>
                <a:ea typeface="微軟正黑體" panose="020B0604030504040204" pitchFamily="34" charset="-120"/>
              </a:rPr>
              <a:t>2020</a:t>
            </a:r>
            <a:r>
              <a:rPr lang="zh-TW" altLang="en-US" dirty="0">
                <a:latin typeface="微軟正黑體" panose="020B0604030504040204" pitchFamily="34" charset="-120"/>
                <a:ea typeface="微軟正黑體" panose="020B0604030504040204" pitchFamily="34" charset="-120"/>
              </a:rPr>
              <a:t>年間接受碳離子放射治療（</a:t>
            </a:r>
            <a:r>
              <a:rPr lang="en-US" altLang="zh-TW" dirty="0">
                <a:latin typeface="微軟正黑體" panose="020B0604030504040204" pitchFamily="34" charset="-120"/>
                <a:ea typeface="微軟正黑體" panose="020B0604030504040204" pitchFamily="34" charset="-120"/>
              </a:rPr>
              <a:t>CIRT</a:t>
            </a:r>
            <a:r>
              <a:rPr lang="zh-TW" altLang="en-US" dirty="0">
                <a:latin typeface="微軟正黑體" panose="020B0604030504040204" pitchFamily="34" charset="-120"/>
                <a:ea typeface="微軟正黑體" panose="020B0604030504040204" pitchFamily="34" charset="-120"/>
              </a:rPr>
              <a:t>）的患者中，根據以下排除標準篩選出</a:t>
            </a:r>
            <a:r>
              <a:rPr lang="en-US" altLang="zh-TW" dirty="0">
                <a:latin typeface="微軟正黑體" panose="020B0604030504040204" pitchFamily="34" charset="-120"/>
                <a:ea typeface="微軟正黑體" panose="020B0604030504040204" pitchFamily="34" charset="-120"/>
              </a:rPr>
              <a:t>178</a:t>
            </a:r>
            <a:r>
              <a:rPr lang="zh-TW" altLang="en-US" dirty="0">
                <a:latin typeface="微軟正黑體" panose="020B0604030504040204" pitchFamily="34" charset="-120"/>
                <a:ea typeface="微軟正黑體" panose="020B0604030504040204" pitchFamily="34" charset="-120"/>
              </a:rPr>
              <a:t>名患者</a:t>
            </a:r>
            <a:r>
              <a:rPr lang="zh-TW" altLang="en-US" dirty="0"/>
              <a:t>：</a:t>
            </a:r>
            <a:endParaRPr lang="zh-TW" altLang="en-US" dirty="0">
              <a:latin typeface="微軟正黑體" panose="020B0604030504040204" pitchFamily="34" charset="-120"/>
              <a:ea typeface="微軟正黑體" panose="020B0604030504040204" pitchFamily="34" charset="-120"/>
            </a:endParaRPr>
          </a:p>
        </p:txBody>
      </p:sp>
      <p:sp>
        <p:nvSpPr>
          <p:cNvPr id="5" name="矩形 4">
            <a:extLst>
              <a:ext uri="{FF2B5EF4-FFF2-40B4-BE49-F238E27FC236}">
                <a16:creationId xmlns:a16="http://schemas.microsoft.com/office/drawing/2014/main" id="{CE2AAEB5-0351-FC0D-B5D3-BD82CF751E72}"/>
              </a:ext>
            </a:extLst>
          </p:cNvPr>
          <p:cNvSpPr/>
          <p:nvPr/>
        </p:nvSpPr>
        <p:spPr>
          <a:xfrm>
            <a:off x="2760315" y="5894541"/>
            <a:ext cx="3035348" cy="53593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訓練集 </a:t>
            </a:r>
            <a:r>
              <a:rPr lang="en-US" altLang="zh-TW" b="1" dirty="0">
                <a:latin typeface="微軟正黑體" panose="020B0604030504040204" pitchFamily="34" charset="-120"/>
                <a:ea typeface="微軟正黑體" panose="020B0604030504040204" pitchFamily="34" charset="-120"/>
              </a:rPr>
              <a:t>(124)</a:t>
            </a:r>
            <a:endParaRPr lang="zh-TW" altLang="en-US" b="1" dirty="0">
              <a:latin typeface="微軟正黑體" panose="020B0604030504040204" pitchFamily="34" charset="-120"/>
              <a:ea typeface="微軟正黑體" panose="020B0604030504040204" pitchFamily="34" charset="-120"/>
            </a:endParaRPr>
          </a:p>
        </p:txBody>
      </p:sp>
      <p:sp>
        <p:nvSpPr>
          <p:cNvPr id="6" name="矩形 5">
            <a:extLst>
              <a:ext uri="{FF2B5EF4-FFF2-40B4-BE49-F238E27FC236}">
                <a16:creationId xmlns:a16="http://schemas.microsoft.com/office/drawing/2014/main" id="{3FB3AB40-30FD-2ABA-4BBE-D2696983A444}"/>
              </a:ext>
            </a:extLst>
          </p:cNvPr>
          <p:cNvSpPr/>
          <p:nvPr/>
        </p:nvSpPr>
        <p:spPr>
          <a:xfrm>
            <a:off x="5795663" y="5894541"/>
            <a:ext cx="2936681" cy="5359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測試集</a:t>
            </a:r>
            <a:r>
              <a:rPr lang="en-US" altLang="zh-TW" b="1" dirty="0">
                <a:latin typeface="微軟正黑體" panose="020B0604030504040204" pitchFamily="34" charset="-120"/>
                <a:ea typeface="微軟正黑體" panose="020B0604030504040204" pitchFamily="34" charset="-120"/>
              </a:rPr>
              <a:t>(54)</a:t>
            </a:r>
            <a:endParaRPr lang="zh-TW" altLang="en-US" b="1" dirty="0">
              <a:latin typeface="微軟正黑體" panose="020B0604030504040204" pitchFamily="34" charset="-120"/>
              <a:ea typeface="微軟正黑體" panose="020B0604030504040204" pitchFamily="34" charset="-120"/>
            </a:endParaRPr>
          </a:p>
        </p:txBody>
      </p:sp>
      <p:cxnSp>
        <p:nvCxnSpPr>
          <p:cNvPr id="16" name="直線單箭頭接點 15">
            <a:extLst>
              <a:ext uri="{FF2B5EF4-FFF2-40B4-BE49-F238E27FC236}">
                <a16:creationId xmlns:a16="http://schemas.microsoft.com/office/drawing/2014/main" id="{6E244049-3666-466F-255E-6E57018C095B}"/>
              </a:ext>
            </a:extLst>
          </p:cNvPr>
          <p:cNvCxnSpPr>
            <a:cxnSpLocks/>
          </p:cNvCxnSpPr>
          <p:nvPr/>
        </p:nvCxnSpPr>
        <p:spPr>
          <a:xfrm>
            <a:off x="5668616" y="5333182"/>
            <a:ext cx="0" cy="367829"/>
          </a:xfrm>
          <a:prstGeom prst="straightConnector1">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61E64ABD-A3FB-3BD2-8471-5976BA8B036F}"/>
              </a:ext>
            </a:extLst>
          </p:cNvPr>
          <p:cNvGraphicFramePr>
            <a:graphicFrameLocks noGrp="1"/>
          </p:cNvGraphicFramePr>
          <p:nvPr>
            <p:extLst>
              <p:ext uri="{D42A27DB-BD31-4B8C-83A1-F6EECF244321}">
                <p14:modId xmlns:p14="http://schemas.microsoft.com/office/powerpoint/2010/main" val="1881919579"/>
              </p:ext>
            </p:extLst>
          </p:nvPr>
        </p:nvGraphicFramePr>
        <p:xfrm>
          <a:off x="2760314" y="4514624"/>
          <a:ext cx="5972030" cy="610668"/>
        </p:xfrm>
        <a:graphic>
          <a:graphicData uri="http://schemas.openxmlformats.org/drawingml/2006/table">
            <a:tbl>
              <a:tblPr firstRow="1" bandRow="1">
                <a:tableStyleId>{5C22544A-7EE6-4342-B048-85BDC9FD1C3A}</a:tableStyleId>
              </a:tblPr>
              <a:tblGrid>
                <a:gridCol w="5972030">
                  <a:extLst>
                    <a:ext uri="{9D8B030D-6E8A-4147-A177-3AD203B41FA5}">
                      <a16:colId xmlns:a16="http://schemas.microsoft.com/office/drawing/2014/main" val="883907205"/>
                    </a:ext>
                  </a:extLst>
                </a:gridCol>
              </a:tblGrid>
              <a:tr h="610668">
                <a:tc>
                  <a:txBody>
                    <a:bodyPr/>
                    <a:lstStyle/>
                    <a:p>
                      <a:pPr algn="ctr"/>
                      <a:r>
                        <a:rPr lang="zh-TW" altLang="en-US" b="1" dirty="0">
                          <a:solidFill>
                            <a:schemeClr val="tx1"/>
                          </a:solidFill>
                          <a:latin typeface="微軟正黑體" panose="020B0604030504040204" pitchFamily="34" charset="-120"/>
                          <a:ea typeface="微軟正黑體" panose="020B0604030504040204" pitchFamily="34" charset="-120"/>
                        </a:rPr>
                        <a:t>資料集</a:t>
                      </a:r>
                      <a:r>
                        <a:rPr lang="en-US" altLang="zh-TW" b="1" dirty="0">
                          <a:solidFill>
                            <a:schemeClr val="tx1"/>
                          </a:solidFill>
                          <a:latin typeface="微軟正黑體" panose="020B0604030504040204" pitchFamily="34" charset="-120"/>
                          <a:ea typeface="微軟正黑體" panose="020B0604030504040204" pitchFamily="34" charset="-120"/>
                        </a:rPr>
                        <a:t>(178)</a:t>
                      </a:r>
                      <a:endParaRPr lang="zh-TW" altLang="en-US" b="1" dirty="0">
                        <a:solidFill>
                          <a:schemeClr val="tx1"/>
                        </a:solidFill>
                        <a:latin typeface="微軟正黑體" panose="020B0604030504040204" pitchFamily="34" charset="-120"/>
                        <a:ea typeface="微軟正黑體" panose="020B0604030504040204" pitchFamily="34" charset="-120"/>
                      </a:endParaRPr>
                    </a:p>
                  </a:txBody>
                  <a:tcPr anchor="ctr">
                    <a:solidFill>
                      <a:schemeClr val="bg1">
                        <a:lumMod val="65000"/>
                      </a:schemeClr>
                    </a:solidFill>
                  </a:tcPr>
                </a:tc>
                <a:extLst>
                  <a:ext uri="{0D108BD9-81ED-4DB2-BD59-A6C34878D82A}">
                    <a16:rowId xmlns:a16="http://schemas.microsoft.com/office/drawing/2014/main" val="2873350595"/>
                  </a:ext>
                </a:extLst>
              </a:tr>
            </a:tbl>
          </a:graphicData>
        </a:graphic>
      </p:graphicFrame>
      <p:sp>
        <p:nvSpPr>
          <p:cNvPr id="18" name="文字方塊 17">
            <a:extLst>
              <a:ext uri="{FF2B5EF4-FFF2-40B4-BE49-F238E27FC236}">
                <a16:creationId xmlns:a16="http://schemas.microsoft.com/office/drawing/2014/main" id="{913D030F-7530-C845-329F-46A610962FA4}"/>
              </a:ext>
            </a:extLst>
          </p:cNvPr>
          <p:cNvSpPr txBox="1"/>
          <p:nvPr/>
        </p:nvSpPr>
        <p:spPr>
          <a:xfrm>
            <a:off x="5869864" y="5300897"/>
            <a:ext cx="1234909" cy="367829"/>
          </a:xfrm>
          <a:prstGeom prst="rect">
            <a:avLst/>
          </a:prstGeom>
          <a:noFill/>
        </p:spPr>
        <p:txBody>
          <a:bodyPr wrap="square" rtlCol="0">
            <a:spAutoFit/>
          </a:bodyPr>
          <a:lstStyle/>
          <a:p>
            <a:r>
              <a:rPr lang="en-US" altLang="zh-TW" dirty="0"/>
              <a:t>7:3</a:t>
            </a:r>
            <a:endParaRPr lang="zh-TW" altLang="en-US" dirty="0"/>
          </a:p>
        </p:txBody>
      </p:sp>
      <p:sp>
        <p:nvSpPr>
          <p:cNvPr id="19" name="矩形 18">
            <a:extLst>
              <a:ext uri="{FF2B5EF4-FFF2-40B4-BE49-F238E27FC236}">
                <a16:creationId xmlns:a16="http://schemas.microsoft.com/office/drawing/2014/main" id="{8CD62A89-D722-EA44-4239-81EF3C0EA4C1}"/>
              </a:ext>
            </a:extLst>
          </p:cNvPr>
          <p:cNvSpPr/>
          <p:nvPr/>
        </p:nvSpPr>
        <p:spPr>
          <a:xfrm>
            <a:off x="887994" y="2323838"/>
            <a:ext cx="3867797" cy="416396"/>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zh-TW" altLang="en-US" sz="1600" dirty="0">
                <a:latin typeface="微軟正黑體" panose="020B0604030504040204" pitchFamily="34" charset="-120"/>
                <a:ea typeface="微軟正黑體" panose="020B0604030504040204" pitchFamily="34" charset="-120"/>
              </a:rPr>
              <a:t>年齡小於</a:t>
            </a:r>
            <a:r>
              <a:rPr lang="en-US" altLang="zh-TW" sz="1600" dirty="0">
                <a:latin typeface="微軟正黑體" panose="020B0604030504040204" pitchFamily="34" charset="-120"/>
                <a:ea typeface="微軟正黑體" panose="020B0604030504040204" pitchFamily="34" charset="-120"/>
              </a:rPr>
              <a:t>18</a:t>
            </a:r>
            <a:r>
              <a:rPr lang="zh-TW" altLang="en-US" sz="1600" dirty="0">
                <a:latin typeface="微軟正黑體" panose="020B0604030504040204" pitchFamily="34" charset="-120"/>
                <a:ea typeface="微軟正黑體" panose="020B0604030504040204" pitchFamily="34" charset="-120"/>
              </a:rPr>
              <a:t>歲</a:t>
            </a:r>
            <a:endParaRPr lang="en-US" altLang="zh-TW" sz="1600"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sp>
        <p:nvSpPr>
          <p:cNvPr id="20" name="矩形 19">
            <a:extLst>
              <a:ext uri="{FF2B5EF4-FFF2-40B4-BE49-F238E27FC236}">
                <a16:creationId xmlns:a16="http://schemas.microsoft.com/office/drawing/2014/main" id="{7EF473B5-2E03-C7FD-980D-58CA9BA7F956}"/>
              </a:ext>
            </a:extLst>
          </p:cNvPr>
          <p:cNvSpPr/>
          <p:nvPr/>
        </p:nvSpPr>
        <p:spPr>
          <a:xfrm>
            <a:off x="887992" y="2793020"/>
            <a:ext cx="3867797" cy="421910"/>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zh-TW" altLang="en-US" sz="1600" dirty="0">
                <a:latin typeface="微軟正黑體" panose="020B0604030504040204" pitchFamily="34" charset="-120"/>
                <a:ea typeface="微軟正黑體" panose="020B0604030504040204" pitchFamily="34" charset="-120"/>
              </a:rPr>
              <a:t>總口腔黏膜劑量低於</a:t>
            </a:r>
            <a:r>
              <a:rPr lang="en-US" altLang="zh-TW" sz="1600" dirty="0">
                <a:latin typeface="微軟正黑體" panose="020B0604030504040204" pitchFamily="34" charset="-120"/>
                <a:ea typeface="微軟正黑體" panose="020B0604030504040204" pitchFamily="34" charset="-120"/>
              </a:rPr>
              <a:t>0.1 Gy[RBE]</a:t>
            </a:r>
          </a:p>
        </p:txBody>
      </p:sp>
      <p:sp>
        <p:nvSpPr>
          <p:cNvPr id="21" name="矩形 20">
            <a:extLst>
              <a:ext uri="{FF2B5EF4-FFF2-40B4-BE49-F238E27FC236}">
                <a16:creationId xmlns:a16="http://schemas.microsoft.com/office/drawing/2014/main" id="{1D2A88B4-714B-CA46-7384-2EB09D12E19A}"/>
              </a:ext>
            </a:extLst>
          </p:cNvPr>
          <p:cNvSpPr/>
          <p:nvPr/>
        </p:nvSpPr>
        <p:spPr>
          <a:xfrm>
            <a:off x="887992" y="3267716"/>
            <a:ext cx="3867797" cy="416396"/>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zh-TW" altLang="en-US" sz="1600" dirty="0">
                <a:latin typeface="微軟正黑體" panose="020B0604030504040204" pitchFamily="34" charset="-120"/>
                <a:ea typeface="微軟正黑體" panose="020B0604030504040204" pitchFamily="34" charset="-120"/>
              </a:rPr>
              <a:t>腦內腫瘤或無法評估的口腔潰瘍</a:t>
            </a:r>
            <a:endParaRPr lang="en-US" altLang="zh-TW" sz="1600" dirty="0">
              <a:latin typeface="微軟正黑體" panose="020B0604030504040204" pitchFamily="34" charset="-120"/>
              <a:ea typeface="微軟正黑體" panose="020B0604030504040204" pitchFamily="34" charset="-120"/>
            </a:endParaRPr>
          </a:p>
        </p:txBody>
      </p:sp>
      <p:sp>
        <p:nvSpPr>
          <p:cNvPr id="22" name="矩形 21">
            <a:extLst>
              <a:ext uri="{FF2B5EF4-FFF2-40B4-BE49-F238E27FC236}">
                <a16:creationId xmlns:a16="http://schemas.microsoft.com/office/drawing/2014/main" id="{F3CF9B0D-3B81-629E-6CE4-D2BCB0955F79}"/>
              </a:ext>
            </a:extLst>
          </p:cNvPr>
          <p:cNvSpPr/>
          <p:nvPr/>
        </p:nvSpPr>
        <p:spPr>
          <a:xfrm>
            <a:off x="887991" y="3762208"/>
            <a:ext cx="4673826" cy="421910"/>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zh-TW" altLang="en-US" sz="1600" dirty="0">
                <a:latin typeface="微軟正黑體" panose="020B0604030504040204" pitchFamily="34" charset="-120"/>
                <a:ea typeface="微軟正黑體" panose="020B0604030504040204" pitchFamily="34" charset="-120"/>
              </a:rPr>
              <a:t>同部位腫瘤復發或接受少於</a:t>
            </a:r>
            <a:r>
              <a:rPr lang="en-US" altLang="zh-TW" sz="1600" dirty="0">
                <a:latin typeface="微軟正黑體" panose="020B0604030504040204" pitchFamily="34" charset="-120"/>
                <a:ea typeface="微軟正黑體" panose="020B0604030504040204" pitchFamily="34" charset="-120"/>
              </a:rPr>
              <a:t>16</a:t>
            </a:r>
            <a:r>
              <a:rPr lang="zh-TW" altLang="en-US" sz="1600" dirty="0">
                <a:latin typeface="微軟正黑體" panose="020B0604030504040204" pitchFamily="34" charset="-120"/>
                <a:ea typeface="微軟正黑體" panose="020B0604030504040204" pitchFamily="34" charset="-120"/>
              </a:rPr>
              <a:t>次分次放療​</a:t>
            </a:r>
            <a:endParaRPr lang="en-US" altLang="zh-TW" sz="1600" dirty="0">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19C5A687-E164-DA0E-7B5B-C23F59E79379}"/>
              </a:ext>
            </a:extLst>
          </p:cNvPr>
          <p:cNvSpPr txBox="1"/>
          <p:nvPr/>
        </p:nvSpPr>
        <p:spPr>
          <a:xfrm>
            <a:off x="887991" y="1950301"/>
            <a:ext cx="2151303" cy="338554"/>
          </a:xfrm>
          <a:prstGeom prst="rect">
            <a:avLst/>
          </a:prstGeom>
          <a:noFill/>
        </p:spPr>
        <p:txBody>
          <a:bodyPr wrap="square">
            <a:spAutoFit/>
          </a:bodyPr>
          <a:lstStyle/>
          <a:p>
            <a:r>
              <a:rPr lang="zh-TW" altLang="en-US" sz="1600" dirty="0">
                <a:latin typeface="微軟正黑體" panose="020B0604030504040204" pitchFamily="34" charset="-120"/>
                <a:ea typeface="微軟正黑體" panose="020B0604030504040204" pitchFamily="34" charset="-120"/>
              </a:rPr>
              <a:t>根據以下排除標準</a:t>
            </a:r>
          </a:p>
        </p:txBody>
      </p:sp>
    </p:spTree>
    <p:extLst>
      <p:ext uri="{BB962C8B-B14F-4D97-AF65-F5344CB8AC3E}">
        <p14:creationId xmlns:p14="http://schemas.microsoft.com/office/powerpoint/2010/main" val="41203369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274C-CE8E-B542-73FB-B5B4C4058F1A}"/>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50A0938C-47BF-F89A-50F4-3256DA2FCF92}"/>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3D456F27-09EE-8D0B-A799-0E974526D568}"/>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753D1EC-430E-586F-0FB6-E9ADA5D34051}"/>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C1EF53CC-CF6F-D9E9-0024-D19C89F5127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6F4E3FA-0453-EBEB-C725-73E0BF01A127}"/>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5AAD88BE-6A7E-FD85-86D1-F6C9B1A6DD0B}"/>
              </a:ext>
            </a:extLst>
          </p:cNvPr>
          <p:cNvSpPr txBox="1">
            <a:spLocks noChangeArrowheads="1"/>
          </p:cNvSpPr>
          <p:nvPr/>
        </p:nvSpPr>
        <p:spPr bwMode="auto">
          <a:xfrm>
            <a:off x="1344156" y="354451"/>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臨床特徵</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5CE5C9E4-1668-053E-B70A-64330B4E2659}"/>
              </a:ext>
            </a:extLst>
          </p:cNvPr>
          <p:cNvCxnSpPr>
            <a:cxnSpLocks/>
            <a:endCxn id="12" idx="3"/>
          </p:cNvCxnSpPr>
          <p:nvPr/>
        </p:nvCxnSpPr>
        <p:spPr>
          <a:xfrm flipH="1" flipV="1">
            <a:off x="3039291" y="616061"/>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7F629F9-479C-6AC6-22C8-65F308CB3B16}"/>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52B2C4CB-C6D9-4A95-A617-E31E5384734E}"/>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5</a:t>
            </a:fld>
            <a:endParaRPr lang="en-US" altLang="zh-CN" sz="1400" dirty="0">
              <a:solidFill>
                <a:schemeClr val="bg1"/>
              </a:solidFill>
              <a:latin typeface="微软雅黑" pitchFamily="34" charset="-122"/>
              <a:ea typeface="微软雅黑" pitchFamily="34" charset="-122"/>
            </a:endParaRPr>
          </a:p>
        </p:txBody>
      </p:sp>
      <p:graphicFrame>
        <p:nvGraphicFramePr>
          <p:cNvPr id="4" name="表格 3">
            <a:extLst>
              <a:ext uri="{FF2B5EF4-FFF2-40B4-BE49-F238E27FC236}">
                <a16:creationId xmlns:a16="http://schemas.microsoft.com/office/drawing/2014/main" id="{643B3D1D-CF01-728B-EE8C-352FED45C8B8}"/>
              </a:ext>
            </a:extLst>
          </p:cNvPr>
          <p:cNvGraphicFramePr>
            <a:graphicFrameLocks noGrp="1"/>
          </p:cNvGraphicFramePr>
          <p:nvPr/>
        </p:nvGraphicFramePr>
        <p:xfrm>
          <a:off x="192628" y="1193694"/>
          <a:ext cx="5833706" cy="4874464"/>
        </p:xfrm>
        <a:graphic>
          <a:graphicData uri="http://schemas.openxmlformats.org/drawingml/2006/table">
            <a:tbl>
              <a:tblPr firstRow="1" bandRow="1">
                <a:tableStyleId>{5C22544A-7EE6-4342-B048-85BDC9FD1C3A}</a:tableStyleId>
              </a:tblPr>
              <a:tblGrid>
                <a:gridCol w="1514079">
                  <a:extLst>
                    <a:ext uri="{9D8B030D-6E8A-4147-A177-3AD203B41FA5}">
                      <a16:colId xmlns:a16="http://schemas.microsoft.com/office/drawing/2014/main" val="2379256461"/>
                    </a:ext>
                  </a:extLst>
                </a:gridCol>
                <a:gridCol w="1636258">
                  <a:extLst>
                    <a:ext uri="{9D8B030D-6E8A-4147-A177-3AD203B41FA5}">
                      <a16:colId xmlns:a16="http://schemas.microsoft.com/office/drawing/2014/main" val="1958316848"/>
                    </a:ext>
                  </a:extLst>
                </a:gridCol>
                <a:gridCol w="1634007">
                  <a:extLst>
                    <a:ext uri="{9D8B030D-6E8A-4147-A177-3AD203B41FA5}">
                      <a16:colId xmlns:a16="http://schemas.microsoft.com/office/drawing/2014/main" val="1641274043"/>
                    </a:ext>
                  </a:extLst>
                </a:gridCol>
                <a:gridCol w="1049362">
                  <a:extLst>
                    <a:ext uri="{9D8B030D-6E8A-4147-A177-3AD203B41FA5}">
                      <a16:colId xmlns:a16="http://schemas.microsoft.com/office/drawing/2014/main" val="566790831"/>
                    </a:ext>
                  </a:extLst>
                </a:gridCol>
              </a:tblGrid>
              <a:tr h="770713">
                <a:tc>
                  <a:txBody>
                    <a:bodyPr/>
                    <a:lstStyle/>
                    <a:p>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b="1" dirty="0">
                          <a:solidFill>
                            <a:schemeClr val="tx1"/>
                          </a:solidFill>
                          <a:latin typeface="微軟正黑體" panose="020B0604030504040204" pitchFamily="34" charset="-120"/>
                          <a:ea typeface="微軟正黑體" panose="020B0604030504040204" pitchFamily="34" charset="-120"/>
                        </a:rPr>
                        <a:t>訓練集</a:t>
                      </a:r>
                      <a:r>
                        <a:rPr lang="en-US" altLang="zh-TW" sz="1400" b="1" dirty="0">
                          <a:solidFill>
                            <a:schemeClr val="tx1"/>
                          </a:solidFill>
                          <a:latin typeface="微軟正黑體" panose="020B0604030504040204" pitchFamily="34" charset="-120"/>
                          <a:ea typeface="微軟正黑體" panose="020B0604030504040204" pitchFamily="34" charset="-120"/>
                        </a:rPr>
                        <a:t>(n=124)</a:t>
                      </a:r>
                      <a:endParaRPr lang="zh-TW" altLang="en-US" sz="1400" b="1"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測試集</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(n=54)</a:t>
                      </a:r>
                      <a:endParaRPr lang="zh-TW" altLang="en-US"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P</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4207758346"/>
                  </a:ext>
                </a:extLst>
              </a:tr>
              <a:tr h="475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急性口腔黏膜炎</a:t>
                      </a:r>
                      <a:endParaRPr lang="en-US" altLang="zh-TW" sz="14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(AOM)</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發生率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0-1</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級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46</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2-3</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級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 78</a:t>
                      </a:r>
                      <a:endParaRPr lang="zh-TW" altLang="en-US" sz="11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0-1</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級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15</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2-3</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級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 39</a:t>
                      </a:r>
                      <a:endParaRPr lang="zh-TW" altLang="en-US" sz="11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i="0" kern="1200" dirty="0">
                          <a:solidFill>
                            <a:schemeClr val="dk1"/>
                          </a:solidFill>
                          <a:effectLst/>
                          <a:latin typeface="+mn-lt"/>
                          <a:ea typeface="+mn-ea"/>
                          <a:cs typeface="+mn-cs"/>
                        </a:rPr>
                        <a:t>0.302</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6657753"/>
                  </a:ext>
                </a:extLst>
              </a:tr>
              <a:tr h="5694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年齡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70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81</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&gt;70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43</a:t>
                      </a:r>
                    </a:p>
                    <a:p>
                      <a:pPr marL="0" algn="ctr" defTabSz="914400" rtl="0" eaLnBrk="1" latinLnBrk="0" hangingPunct="1">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中位數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65.5</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70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32</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&gt;70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22</a:t>
                      </a:r>
                    </a:p>
                    <a:p>
                      <a:pPr marL="0" marR="0" lvl="0" indent="0" algn="ctr" defTabSz="914400" rtl="0" eaLnBrk="1" fontAlgn="auto" latinLnBrk="0" hangingPunct="1">
                        <a:lnSpc>
                          <a:spcPct val="150000"/>
                        </a:lnSpc>
                        <a:spcBef>
                          <a:spcPts val="0"/>
                        </a:spcBef>
                        <a:spcAft>
                          <a:spcPts val="0"/>
                        </a:spcAft>
                        <a:buClrTx/>
                        <a:buSzTx/>
                        <a:buFontTx/>
                        <a:buNone/>
                        <a:tabLst/>
                        <a:defRPr/>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中位數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61.5</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6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0.546</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6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0.7191</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3169677"/>
                  </a:ext>
                </a:extLst>
              </a:tr>
              <a:tr h="5648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性別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男生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59</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女生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65</a:t>
                      </a:r>
                      <a:endParaRPr lang="zh-TW" altLang="en-US" sz="140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男生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28</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女生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26</a:t>
                      </a:r>
                      <a:endParaRPr lang="zh-TW" altLang="en-US" sz="140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0.718</a:t>
                      </a:r>
                      <a:endParaRPr lang="zh-TW" altLang="en-US" sz="1600" b="0" i="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5886640"/>
                  </a:ext>
                </a:extLst>
              </a:tr>
              <a:tr h="4429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腫瘤位置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鼻腔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68</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口腔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18</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咽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9</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腮腺和耳朵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18</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endParaRPr lang="en-US" altLang="zh-TW" sz="1400" kern="1200" dirty="0">
                        <a:solidFill>
                          <a:schemeClr val="dk1"/>
                        </a:solidFill>
                        <a:latin typeface="微軟正黑體" panose="020B0604030504040204" pitchFamily="34" charset="-120"/>
                        <a:ea typeface="微軟正黑體" panose="020B0604030504040204" pitchFamily="34" charset="-120"/>
                        <a:cs typeface="+mn-cs"/>
                      </a:endParaRP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其他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鼻腔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28</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口腔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8</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咽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6</a:t>
                      </a: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腮腺和耳朵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10</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endParaRPr lang="en-US" altLang="zh-TW" sz="1400" kern="1200" dirty="0">
                        <a:solidFill>
                          <a:schemeClr val="dk1"/>
                        </a:solidFill>
                        <a:latin typeface="微軟正黑體" panose="020B0604030504040204" pitchFamily="34" charset="-120"/>
                        <a:ea typeface="微軟正黑體" panose="020B0604030504040204" pitchFamily="34" charset="-120"/>
                        <a:cs typeface="+mn-cs"/>
                      </a:endParaRPr>
                    </a:p>
                    <a:p>
                      <a:pPr marL="0" algn="ctr" defTabSz="914400" rtl="0" eaLnBrk="1" latinLnBrk="0" hangingPunct="1">
                        <a:lnSpc>
                          <a:spcPct val="150000"/>
                        </a:lnSpc>
                      </a:pP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其他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a:t>
                      </a:r>
                      <a:r>
                        <a:rPr lang="zh-TW" altLang="en-US" sz="140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400" kern="1200" dirty="0">
                          <a:solidFill>
                            <a:schemeClr val="dk1"/>
                          </a:solidFill>
                          <a:latin typeface="微軟正黑體" panose="020B0604030504040204" pitchFamily="34" charset="-120"/>
                          <a:ea typeface="微軟正黑體" panose="020B0604030504040204" pitchFamily="34" charset="-120"/>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dirty="0"/>
                        <a:t>0.647</a:t>
                      </a:r>
                      <a:endParaRPr lang="zh-TW"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2766095"/>
                  </a:ext>
                </a:extLst>
              </a:tr>
            </a:tbl>
          </a:graphicData>
        </a:graphic>
      </p:graphicFrame>
      <p:graphicFrame>
        <p:nvGraphicFramePr>
          <p:cNvPr id="32" name="表格 31">
            <a:extLst>
              <a:ext uri="{FF2B5EF4-FFF2-40B4-BE49-F238E27FC236}">
                <a16:creationId xmlns:a16="http://schemas.microsoft.com/office/drawing/2014/main" id="{66321C2D-45F2-B290-F5B4-915B58162AAC}"/>
              </a:ext>
            </a:extLst>
          </p:cNvPr>
          <p:cNvGraphicFramePr>
            <a:graphicFrameLocks noGrp="1"/>
          </p:cNvGraphicFramePr>
          <p:nvPr/>
        </p:nvGraphicFramePr>
        <p:xfrm>
          <a:off x="6233724" y="2195176"/>
          <a:ext cx="5866614" cy="2654361"/>
        </p:xfrm>
        <a:graphic>
          <a:graphicData uri="http://schemas.openxmlformats.org/drawingml/2006/table">
            <a:tbl>
              <a:tblPr firstRow="1" bandRow="1">
                <a:tableStyleId>{5C22544A-7EE6-4342-B048-85BDC9FD1C3A}</a:tableStyleId>
              </a:tblPr>
              <a:tblGrid>
                <a:gridCol w="1706251">
                  <a:extLst>
                    <a:ext uri="{9D8B030D-6E8A-4147-A177-3AD203B41FA5}">
                      <a16:colId xmlns:a16="http://schemas.microsoft.com/office/drawing/2014/main" val="2379256461"/>
                    </a:ext>
                  </a:extLst>
                </a:gridCol>
                <a:gridCol w="1476994">
                  <a:extLst>
                    <a:ext uri="{9D8B030D-6E8A-4147-A177-3AD203B41FA5}">
                      <a16:colId xmlns:a16="http://schemas.microsoft.com/office/drawing/2014/main" val="1958316848"/>
                    </a:ext>
                  </a:extLst>
                </a:gridCol>
                <a:gridCol w="1634007">
                  <a:extLst>
                    <a:ext uri="{9D8B030D-6E8A-4147-A177-3AD203B41FA5}">
                      <a16:colId xmlns:a16="http://schemas.microsoft.com/office/drawing/2014/main" val="1641274043"/>
                    </a:ext>
                  </a:extLst>
                </a:gridCol>
                <a:gridCol w="1049362">
                  <a:extLst>
                    <a:ext uri="{9D8B030D-6E8A-4147-A177-3AD203B41FA5}">
                      <a16:colId xmlns:a16="http://schemas.microsoft.com/office/drawing/2014/main" val="566790831"/>
                    </a:ext>
                  </a:extLst>
                </a:gridCol>
              </a:tblGrid>
              <a:tr h="770713">
                <a:tc>
                  <a:txBody>
                    <a:bodyPr/>
                    <a:lstStyle/>
                    <a:p>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b="1" dirty="0">
                          <a:solidFill>
                            <a:schemeClr val="tx1"/>
                          </a:solidFill>
                          <a:latin typeface="微軟正黑體" panose="020B0604030504040204" pitchFamily="34" charset="-120"/>
                          <a:ea typeface="微軟正黑體" panose="020B0604030504040204" pitchFamily="34" charset="-120"/>
                        </a:rPr>
                        <a:t>訓練集</a:t>
                      </a:r>
                      <a:r>
                        <a:rPr lang="en-US" altLang="zh-TW" sz="1400" b="1" dirty="0">
                          <a:solidFill>
                            <a:schemeClr val="tx1"/>
                          </a:solidFill>
                          <a:latin typeface="微軟正黑體" panose="020B0604030504040204" pitchFamily="34" charset="-120"/>
                          <a:ea typeface="微軟正黑體" panose="020B0604030504040204" pitchFamily="34" charset="-120"/>
                        </a:rPr>
                        <a:t>(n=124)</a:t>
                      </a:r>
                      <a:endParaRPr lang="zh-TW" altLang="en-US" sz="1400" b="1"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測試集</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(n=54)</a:t>
                      </a:r>
                      <a:endParaRPr lang="zh-TW" altLang="en-US"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P</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4207758346"/>
                  </a:ext>
                </a:extLst>
              </a:tr>
              <a:tr h="9147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GTV</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（總腫瘤體積）</a:t>
                      </a:r>
                      <a:endParaRPr lang="en-US" altLang="zh-TW" sz="14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中位數 </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[IQR]</a:t>
                      </a: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ml</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lnSpc>
                          <a:spcPct val="150000"/>
                        </a:lnSpc>
                      </a:pPr>
                      <a:r>
                        <a:rPr lang="en-US" altLang="zh-TW" sz="1800" b="0" i="0" kern="1200" dirty="0">
                          <a:solidFill>
                            <a:schemeClr val="dk1"/>
                          </a:solidFill>
                          <a:effectLst/>
                          <a:latin typeface="+mn-lt"/>
                          <a:ea typeface="+mn-ea"/>
                          <a:cs typeface="+mn-cs"/>
                        </a:rPr>
                        <a:t>31.4 </a:t>
                      </a:r>
                      <a:endParaRPr lang="zh-TW" altLang="en-US" sz="11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50000"/>
                        </a:lnSpc>
                      </a:pPr>
                      <a:r>
                        <a:rPr lang="en-US" altLang="zh-TW" sz="1800" b="0" i="0" kern="1200" dirty="0">
                          <a:solidFill>
                            <a:schemeClr val="dk1"/>
                          </a:solidFill>
                          <a:effectLst/>
                          <a:latin typeface="+mn-lt"/>
                          <a:ea typeface="+mn-ea"/>
                          <a:cs typeface="+mn-cs"/>
                        </a:rPr>
                        <a:t>28.2</a:t>
                      </a:r>
                      <a:endParaRPr lang="zh-TW" altLang="en-US" sz="11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800" b="0" i="0" kern="1200" dirty="0">
                          <a:solidFill>
                            <a:schemeClr val="dk1"/>
                          </a:solidFill>
                          <a:effectLst/>
                          <a:latin typeface="+mn-lt"/>
                          <a:ea typeface="+mn-ea"/>
                          <a:cs typeface="+mn-cs"/>
                        </a:rPr>
                        <a:t>0.662</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6657753"/>
                  </a:ext>
                </a:extLst>
              </a:tr>
              <a:tr h="9688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腫瘤體積</a:t>
                      </a:r>
                      <a:b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b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中位數 </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[IQR]</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ml</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en-US" altLang="zh-TW" sz="1800" b="0" i="0" kern="1200" dirty="0">
                          <a:solidFill>
                            <a:schemeClr val="dk1"/>
                          </a:solidFill>
                          <a:effectLst/>
                          <a:latin typeface="+mn-lt"/>
                          <a:ea typeface="+mn-ea"/>
                          <a:cs typeface="+mn-cs"/>
                        </a:rPr>
                        <a:t>32.5</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en-US" altLang="zh-TW" sz="1800" b="0" i="0" kern="1200" dirty="0">
                          <a:solidFill>
                            <a:schemeClr val="dk1"/>
                          </a:solidFill>
                          <a:effectLst/>
                          <a:latin typeface="+mn-lt"/>
                          <a:ea typeface="+mn-ea"/>
                          <a:cs typeface="+mn-cs"/>
                        </a:rPr>
                        <a:t>31.2</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i="0" kern="1200" dirty="0">
                          <a:solidFill>
                            <a:schemeClr val="dk1"/>
                          </a:solidFill>
                          <a:effectLst/>
                          <a:latin typeface="+mn-lt"/>
                          <a:ea typeface="+mn-ea"/>
                          <a:cs typeface="+mn-cs"/>
                        </a:rPr>
                        <a:t>0.411</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3169677"/>
                  </a:ext>
                </a:extLst>
              </a:tr>
            </a:tbl>
          </a:graphicData>
        </a:graphic>
      </p:graphicFrame>
    </p:spTree>
    <p:extLst>
      <p:ext uri="{BB962C8B-B14F-4D97-AF65-F5344CB8AC3E}">
        <p14:creationId xmlns:p14="http://schemas.microsoft.com/office/powerpoint/2010/main" val="10975005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6485F-FC87-7A9C-48E2-DFA42BF9672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9A6809B1-99F7-63A1-F925-8C95D65D4AB2}"/>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5994661C-22FE-8F16-032C-0627C5FD2E7B}"/>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33C79100-EDE8-FE0A-413A-0921267C7E7E}"/>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28CE6BC7-E2BF-0655-FD74-0C0664CBD67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093281D0-BEAB-BD17-0CE3-B9E137661D94}"/>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45881D7A-E564-5BD4-A572-22D8144F780B}"/>
              </a:ext>
            </a:extLst>
          </p:cNvPr>
          <p:cNvSpPr txBox="1">
            <a:spLocks noChangeArrowheads="1"/>
          </p:cNvSpPr>
          <p:nvPr/>
        </p:nvSpPr>
        <p:spPr bwMode="auto">
          <a:xfrm>
            <a:off x="1344156" y="354451"/>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a:solidFill>
                  <a:srgbClr val="222222"/>
                </a:solidFill>
                <a:highlight>
                  <a:srgbClr val="FFFFFF"/>
                </a:highlight>
                <a:latin typeface="微軟正黑體" panose="020B0604030504040204" pitchFamily="34" charset="-120"/>
                <a:ea typeface="微軟正黑體" panose="020B0604030504040204" pitchFamily="34" charset="-120"/>
              </a:rPr>
              <a:t>臨床特徵</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347065D1-822B-B261-33B1-3BE820923BB6}"/>
              </a:ext>
            </a:extLst>
          </p:cNvPr>
          <p:cNvCxnSpPr>
            <a:cxnSpLocks/>
            <a:endCxn id="12" idx="3"/>
          </p:cNvCxnSpPr>
          <p:nvPr/>
        </p:nvCxnSpPr>
        <p:spPr>
          <a:xfrm flipH="1" flipV="1">
            <a:off x="3039291" y="616061"/>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829D556-A9A2-BEC6-D0B9-9F86D0670AB2}"/>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C790B11D-B17E-3524-3BEE-D4BC541CA5EA}"/>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6</a:t>
            </a:fld>
            <a:endParaRPr lang="en-US" altLang="zh-CN" sz="1400" dirty="0">
              <a:solidFill>
                <a:schemeClr val="bg1"/>
              </a:solidFill>
              <a:latin typeface="微软雅黑" pitchFamily="34" charset="-122"/>
              <a:ea typeface="微软雅黑" pitchFamily="34" charset="-122"/>
            </a:endParaRPr>
          </a:p>
        </p:txBody>
      </p:sp>
      <p:graphicFrame>
        <p:nvGraphicFramePr>
          <p:cNvPr id="21" name="表格 20">
            <a:extLst>
              <a:ext uri="{FF2B5EF4-FFF2-40B4-BE49-F238E27FC236}">
                <a16:creationId xmlns:a16="http://schemas.microsoft.com/office/drawing/2014/main" id="{E88F8913-D1C6-8AAF-50D5-978865A0F575}"/>
              </a:ext>
            </a:extLst>
          </p:cNvPr>
          <p:cNvGraphicFramePr>
            <a:graphicFrameLocks noGrp="1"/>
          </p:cNvGraphicFramePr>
          <p:nvPr>
            <p:extLst>
              <p:ext uri="{D42A27DB-BD31-4B8C-83A1-F6EECF244321}">
                <p14:modId xmlns:p14="http://schemas.microsoft.com/office/powerpoint/2010/main" val="1273326712"/>
              </p:ext>
            </p:extLst>
          </p:nvPr>
        </p:nvGraphicFramePr>
        <p:xfrm>
          <a:off x="2050178" y="1581703"/>
          <a:ext cx="8091643" cy="4356304"/>
        </p:xfrm>
        <a:graphic>
          <a:graphicData uri="http://schemas.openxmlformats.org/drawingml/2006/table">
            <a:tbl>
              <a:tblPr firstRow="1" bandRow="1">
                <a:tableStyleId>{5C22544A-7EE6-4342-B048-85BDC9FD1C3A}</a:tableStyleId>
              </a:tblPr>
              <a:tblGrid>
                <a:gridCol w="1514079">
                  <a:extLst>
                    <a:ext uri="{9D8B030D-6E8A-4147-A177-3AD203B41FA5}">
                      <a16:colId xmlns:a16="http://schemas.microsoft.com/office/drawing/2014/main" val="2379256461"/>
                    </a:ext>
                  </a:extLst>
                </a:gridCol>
                <a:gridCol w="2433470">
                  <a:extLst>
                    <a:ext uri="{9D8B030D-6E8A-4147-A177-3AD203B41FA5}">
                      <a16:colId xmlns:a16="http://schemas.microsoft.com/office/drawing/2014/main" val="1958316848"/>
                    </a:ext>
                  </a:extLst>
                </a:gridCol>
                <a:gridCol w="2754998">
                  <a:extLst>
                    <a:ext uri="{9D8B030D-6E8A-4147-A177-3AD203B41FA5}">
                      <a16:colId xmlns:a16="http://schemas.microsoft.com/office/drawing/2014/main" val="1641274043"/>
                    </a:ext>
                  </a:extLst>
                </a:gridCol>
                <a:gridCol w="1389096">
                  <a:extLst>
                    <a:ext uri="{9D8B030D-6E8A-4147-A177-3AD203B41FA5}">
                      <a16:colId xmlns:a16="http://schemas.microsoft.com/office/drawing/2014/main" val="566790831"/>
                    </a:ext>
                  </a:extLst>
                </a:gridCol>
              </a:tblGrid>
              <a:tr h="770713">
                <a:tc>
                  <a:txBody>
                    <a:bodyPr/>
                    <a:lstStyle/>
                    <a:p>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b="1" dirty="0">
                          <a:solidFill>
                            <a:schemeClr val="tx1"/>
                          </a:solidFill>
                          <a:latin typeface="微軟正黑體" panose="020B0604030504040204" pitchFamily="34" charset="-120"/>
                          <a:ea typeface="微軟正黑體" panose="020B0604030504040204" pitchFamily="34" charset="-120"/>
                        </a:rPr>
                        <a:t>訓練集</a:t>
                      </a:r>
                      <a:r>
                        <a:rPr lang="en-US" altLang="zh-TW" sz="1400" b="1" dirty="0">
                          <a:solidFill>
                            <a:schemeClr val="tx1"/>
                          </a:solidFill>
                          <a:latin typeface="微軟正黑體" panose="020B0604030504040204" pitchFamily="34" charset="-120"/>
                          <a:ea typeface="微軟正黑體" panose="020B0604030504040204" pitchFamily="34" charset="-120"/>
                        </a:rPr>
                        <a:t>(n=124)</a:t>
                      </a:r>
                      <a:endParaRPr lang="zh-TW" altLang="en-US" sz="1400" b="1"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測試集</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(n=54)</a:t>
                      </a:r>
                      <a:endParaRPr lang="zh-TW" altLang="en-US"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P</a:t>
                      </a: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4207758346"/>
                  </a:ext>
                </a:extLst>
              </a:tr>
              <a:tr h="475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腫瘤分期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6</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40</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III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12</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IV</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66</a:t>
                      </a:r>
                      <a:endPar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1</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16</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III</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9</a:t>
                      </a:r>
                    </a:p>
                    <a:p>
                      <a:pPr marL="0" algn="ctr" defTabSz="914400" rtl="0" eaLnBrk="1" latinLnBrk="0" hangingPunct="1">
                        <a:lnSpc>
                          <a:spcPct val="100000"/>
                        </a:lnSpc>
                      </a:pPr>
                      <a:r>
                        <a:rPr lang="en-US" altLang="zh-TW" sz="1800" b="0" i="0" kern="1200" dirty="0">
                          <a:solidFill>
                            <a:schemeClr val="dk1"/>
                          </a:solidFill>
                          <a:effectLst/>
                          <a:latin typeface="+mn-lt"/>
                          <a:ea typeface="+mn-ea"/>
                          <a:cs typeface="+mn-cs"/>
                        </a:rPr>
                        <a:t>IV</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a:t>
                      </a:r>
                      <a:r>
                        <a:rPr lang="zh-TW" altLang="en-US" sz="1800" b="0" i="0" kern="1200" dirty="0">
                          <a:solidFill>
                            <a:schemeClr val="dk1"/>
                          </a:solidFill>
                          <a:effectLst/>
                          <a:latin typeface="+mn-lt"/>
                          <a:ea typeface="+mn-ea"/>
                          <a:cs typeface="+mn-cs"/>
                        </a:rPr>
                        <a:t> </a:t>
                      </a:r>
                      <a:r>
                        <a:rPr lang="en-US" altLang="zh-TW" sz="1800" b="0" i="0" kern="1200" dirty="0">
                          <a:solidFill>
                            <a:schemeClr val="dk1"/>
                          </a:solidFill>
                          <a:effectLst/>
                          <a:latin typeface="+mn-lt"/>
                          <a:ea typeface="+mn-ea"/>
                          <a:cs typeface="+mn-cs"/>
                        </a:rPr>
                        <a:t>28</a:t>
                      </a:r>
                      <a:endParaRPr lang="zh-TW" altLang="en-US" sz="1800" b="0" i="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600" b="0" i="0" kern="1200" dirty="0">
                          <a:solidFill>
                            <a:schemeClr val="dk1"/>
                          </a:solidFill>
                          <a:effectLst/>
                          <a:latin typeface="+mn-lt"/>
                          <a:ea typeface="+mn-ea"/>
                          <a:cs typeface="+mn-cs"/>
                        </a:rPr>
                        <a:t>0.474</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16657753"/>
                  </a:ext>
                </a:extLst>
              </a:tr>
              <a:tr h="5694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化療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有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24</a:t>
                      </a:r>
                    </a:p>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無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 100</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有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9</a:t>
                      </a:r>
                    </a:p>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無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45</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0.830</a:t>
                      </a:r>
                      <a:endParaRPr lang="zh-TW"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3169677"/>
                  </a:ext>
                </a:extLst>
              </a:tr>
              <a:tr h="5648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手術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有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27</a:t>
                      </a:r>
                    </a:p>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無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 97</a:t>
                      </a:r>
                      <a:endParaRPr lang="zh-TW" altLang="en-US" sz="140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有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12</a:t>
                      </a:r>
                    </a:p>
                    <a:p>
                      <a:pPr algn="ctr">
                        <a:lnSpc>
                          <a:spcPct val="150000"/>
                        </a:lnSpc>
                      </a:pP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無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 42</a:t>
                      </a:r>
                      <a:endParaRPr lang="zh-TW" altLang="en-US" sz="140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0" i="0" kern="1200" dirty="0">
                          <a:solidFill>
                            <a:schemeClr val="dk1"/>
                          </a:solidFill>
                          <a:effectLst/>
                          <a:latin typeface="+mn-lt"/>
                          <a:ea typeface="+mn-ea"/>
                          <a:cs typeface="+mn-cs"/>
                        </a:rPr>
                        <a:t>1.000</a:t>
                      </a:r>
                      <a:endParaRPr lang="zh-TW" altLang="en-US" sz="1600" b="0" i="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5886640"/>
                  </a:ext>
                </a:extLst>
              </a:tr>
              <a:tr h="913569">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處方劑量 </a:t>
                      </a: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(Gy[RBE])</a:t>
                      </a:r>
                      <a:endParaRPr lang="zh-TW" altLang="en-US"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57.6</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3.6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28</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64.0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4.0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86</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70.4</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4.4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10</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57.6</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3.6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9</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64.0</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4.0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38</a:t>
                      </a:r>
                    </a:p>
                    <a:p>
                      <a:pPr marL="0" algn="ctr" defTabSz="914400" rtl="0" eaLnBrk="1" latinLnBrk="0" hangingPunct="1">
                        <a:lnSpc>
                          <a:spcPct val="150000"/>
                        </a:lnSpc>
                      </a:pP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70.4</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4.4 × 16 </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分數）</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rPr>
                        <a:t>  </a:t>
                      </a:r>
                      <a:r>
                        <a:rPr lang="en-US" altLang="zh-TW" sz="1400" b="0" i="0" kern="1200" dirty="0">
                          <a:solidFill>
                            <a:schemeClr val="dk1"/>
                          </a:solidFill>
                          <a:effectLst/>
                          <a:latin typeface="微軟正黑體" panose="020B0604030504040204" pitchFamily="34" charset="-120"/>
                          <a:ea typeface="微軟正黑體" panose="020B0604030504040204" pitchFamily="34" charset="-120"/>
                          <a:cs typeface="+mn-cs"/>
                        </a:rPr>
                        <a:t>7</a:t>
                      </a:r>
                      <a:endParaRPr lang="zh-TW" altLang="en-US" sz="1400" b="0" i="0" kern="1200" dirty="0">
                        <a:solidFill>
                          <a:schemeClr val="dk1"/>
                        </a:solidFill>
                        <a:effectLst/>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0" i="0" kern="1200" dirty="0">
                          <a:solidFill>
                            <a:schemeClr val="dk1"/>
                          </a:solidFill>
                          <a:effectLst/>
                          <a:latin typeface="+mn-lt"/>
                          <a:ea typeface="+mn-ea"/>
                          <a:cs typeface="+mn-cs"/>
                        </a:rPr>
                        <a:t>0.453</a:t>
                      </a:r>
                      <a:endParaRPr lang="zh-TW" altLang="en-US" sz="1600" b="0" i="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2314222"/>
                  </a:ext>
                </a:extLst>
              </a:tr>
            </a:tbl>
          </a:graphicData>
        </a:graphic>
      </p:graphicFrame>
    </p:spTree>
    <p:extLst>
      <p:ext uri="{BB962C8B-B14F-4D97-AF65-F5344CB8AC3E}">
        <p14:creationId xmlns:p14="http://schemas.microsoft.com/office/powerpoint/2010/main" val="40486221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F5DF-C949-DC47-F107-ABE5F8B0306D}"/>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1C033E8-5153-7E1A-A98B-1A2B28E7AD18}"/>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78461159-AEAE-8C26-1FA2-3D1A6593CFB5}"/>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E6B236E0-9AF9-A483-4C49-E5C79CDD8F37}"/>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130D452-176B-A1FD-DAC2-74910DC549B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9229EDAE-E6EC-8C4F-3692-86865C38AC71}"/>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E69CF354-C39C-687D-CC60-728FD5000D8F}"/>
              </a:ext>
            </a:extLst>
          </p:cNvPr>
          <p:cNvSpPr txBox="1">
            <a:spLocks noChangeArrowheads="1"/>
          </p:cNvSpPr>
          <p:nvPr/>
        </p:nvSpPr>
        <p:spPr bwMode="auto">
          <a:xfrm>
            <a:off x="1344157" y="354451"/>
            <a:ext cx="1389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預處理</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A9A545D1-A21E-860D-EFDE-357BA7D44021}"/>
              </a:ext>
            </a:extLst>
          </p:cNvPr>
          <p:cNvCxnSpPr>
            <a:cxnSpLocks/>
            <a:endCxn id="12" idx="3"/>
          </p:cNvCxnSpPr>
          <p:nvPr/>
        </p:nvCxnSpPr>
        <p:spPr>
          <a:xfrm flipH="1" flipV="1">
            <a:off x="2733773" y="616061"/>
            <a:ext cx="9172917"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D8E70F62-CEB0-E824-A166-6BCC58CBEA7D}"/>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B1055E3-E945-12EE-7FB8-1C19EBEF229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7</a:t>
            </a:fld>
            <a:endParaRPr lang="en-US" altLang="zh-CN" sz="1400" dirty="0">
              <a:solidFill>
                <a:schemeClr val="bg1"/>
              </a:solidFill>
              <a:latin typeface="微软雅黑" pitchFamily="34" charset="-122"/>
              <a:ea typeface="微软雅黑" pitchFamily="34" charset="-122"/>
            </a:endParaRPr>
          </a:p>
        </p:txBody>
      </p:sp>
      <p:cxnSp>
        <p:nvCxnSpPr>
          <p:cNvPr id="48" name="直線接點 47">
            <a:extLst>
              <a:ext uri="{FF2B5EF4-FFF2-40B4-BE49-F238E27FC236}">
                <a16:creationId xmlns:a16="http://schemas.microsoft.com/office/drawing/2014/main" id="{788BBF2B-B45B-23DC-6112-CAD986D1596D}"/>
              </a:ext>
            </a:extLst>
          </p:cNvPr>
          <p:cNvCxnSpPr/>
          <p:nvPr/>
        </p:nvCxnSpPr>
        <p:spPr>
          <a:xfrm>
            <a:off x="0" y="2620652"/>
            <a:ext cx="12192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文字方塊 49">
            <a:extLst>
              <a:ext uri="{FF2B5EF4-FFF2-40B4-BE49-F238E27FC236}">
                <a16:creationId xmlns:a16="http://schemas.microsoft.com/office/drawing/2014/main" id="{7B2F8FCE-8164-D1C0-F2F7-709FD1E5AE82}"/>
              </a:ext>
            </a:extLst>
          </p:cNvPr>
          <p:cNvSpPr txBox="1"/>
          <p:nvPr/>
        </p:nvSpPr>
        <p:spPr>
          <a:xfrm>
            <a:off x="105741" y="1599865"/>
            <a:ext cx="12192000" cy="785728"/>
          </a:xfrm>
          <a:prstGeom prst="rect">
            <a:avLst/>
          </a:prstGeom>
          <a:noFill/>
        </p:spPr>
        <p:txBody>
          <a:bodyPr wrap="square">
            <a:spAutoFit/>
          </a:bodyPr>
          <a:lstStyle/>
          <a:p>
            <a:pPr algn="l">
              <a:lnSpc>
                <a:spcPct val="150000"/>
              </a:lnSpc>
              <a:spcBef>
                <a:spcPts val="1800"/>
              </a:spcBef>
              <a:spcAft>
                <a:spcPts val="600"/>
              </a:spcAft>
            </a:pPr>
            <a:r>
              <a:rPr lang="en-US" altLang="zh-TW" sz="1600" b="0" i="0" dirty="0">
                <a:solidFill>
                  <a:srgbClr val="1F1F1F"/>
                </a:solidFill>
                <a:effectLst/>
                <a:latin typeface="微軟正黑體" panose="020B0604030504040204" pitchFamily="34" charset="-120"/>
                <a:ea typeface="微軟正黑體" panose="020B0604030504040204" pitchFamily="34" charset="-120"/>
              </a:rPr>
              <a:t>CT </a:t>
            </a:r>
            <a:r>
              <a:rPr lang="zh-TW" altLang="en-US" sz="1600" b="0" i="0" dirty="0">
                <a:solidFill>
                  <a:srgbClr val="1F1F1F"/>
                </a:solidFill>
                <a:effectLst/>
                <a:latin typeface="微軟正黑體" panose="020B0604030504040204" pitchFamily="34" charset="-120"/>
                <a:ea typeface="微軟正黑體" panose="020B0604030504040204" pitchFamily="34" charset="-120"/>
              </a:rPr>
              <a:t>測量的黏膜表面 </a:t>
            </a:r>
            <a:r>
              <a:rPr lang="en-US" altLang="zh-TW" sz="1600" b="0" i="0" dirty="0">
                <a:solidFill>
                  <a:srgbClr val="1F1F1F"/>
                </a:solidFill>
                <a:effectLst/>
                <a:latin typeface="微軟正黑體" panose="020B0604030504040204" pitchFamily="34" charset="-120"/>
                <a:ea typeface="微軟正黑體" panose="020B0604030504040204" pitchFamily="34" charset="-120"/>
              </a:rPr>
              <a:t>3 </a:t>
            </a:r>
            <a:r>
              <a:rPr lang="zh-TW" altLang="en-US" sz="1600" b="0" i="0" dirty="0">
                <a:solidFill>
                  <a:srgbClr val="1F1F1F"/>
                </a:solidFill>
                <a:effectLst/>
                <a:latin typeface="微軟正黑體" panose="020B0604030504040204" pitchFamily="34" charset="-120"/>
                <a:ea typeface="微軟正黑體" panose="020B0604030504040204" pitchFamily="34" charset="-120"/>
              </a:rPr>
              <a:t>毫米深度，並在骨頭附近適當回縮。此方法透過排除肌肉組織來確保解剖準確性。 </a:t>
            </a:r>
            <a:r>
              <a:rPr lang="en-US" altLang="zh-TW" sz="1600" b="0" i="0" dirty="0">
                <a:solidFill>
                  <a:srgbClr val="1F1F1F"/>
                </a:solidFill>
                <a:effectLst/>
                <a:latin typeface="微軟正黑體" panose="020B0604030504040204" pitchFamily="34" charset="-120"/>
                <a:ea typeface="微軟正黑體" panose="020B0604030504040204" pitchFamily="34" charset="-120"/>
              </a:rPr>
              <a:t>OMSC</a:t>
            </a:r>
            <a:r>
              <a:rPr lang="zh-TW" altLang="en-US" sz="1600" b="0" i="0" dirty="0">
                <a:solidFill>
                  <a:srgbClr val="1F1F1F"/>
                </a:solidFill>
                <a:effectLst/>
                <a:latin typeface="微軟正黑體" panose="020B0604030504040204" pitchFamily="34" charset="-120"/>
                <a:ea typeface="微軟正黑體" panose="020B0604030504040204" pitchFamily="34" charset="-120"/>
              </a:rPr>
              <a:t>包括硬顎黏膜、舌面、舌側緣、舌下和舌繫帶、頰部、齒槽、牙齦、口底和內唇。</a:t>
            </a:r>
          </a:p>
        </p:txBody>
      </p:sp>
      <p:sp>
        <p:nvSpPr>
          <p:cNvPr id="52" name="文字方塊 51">
            <a:extLst>
              <a:ext uri="{FF2B5EF4-FFF2-40B4-BE49-F238E27FC236}">
                <a16:creationId xmlns:a16="http://schemas.microsoft.com/office/drawing/2014/main" id="{391FDF63-E72F-9C8F-8A51-390E04B6046C}"/>
              </a:ext>
            </a:extLst>
          </p:cNvPr>
          <p:cNvSpPr txBox="1"/>
          <p:nvPr/>
        </p:nvSpPr>
        <p:spPr>
          <a:xfrm>
            <a:off x="105741" y="1146333"/>
            <a:ext cx="3966409" cy="369332"/>
          </a:xfrm>
          <a:prstGeom prst="rect">
            <a:avLst/>
          </a:prstGeom>
          <a:noFill/>
        </p:spPr>
        <p:txBody>
          <a:bodyPr wrap="square">
            <a:spAutoFit/>
          </a:bodyPr>
          <a:lstStyle/>
          <a:p>
            <a:pPr algn="l">
              <a:spcBef>
                <a:spcPts val="1800"/>
              </a:spcBef>
              <a:spcAft>
                <a:spcPts val="600"/>
              </a:spcAft>
            </a:pPr>
            <a:r>
              <a:rPr lang="zh-TW" altLang="en-US" b="1" i="0" dirty="0">
                <a:solidFill>
                  <a:srgbClr val="FF0000"/>
                </a:solidFill>
                <a:effectLst/>
                <a:latin typeface="微軟正黑體" panose="020B0604030504040204" pitchFamily="34" charset="-120"/>
                <a:ea typeface="微軟正黑體" panose="020B0604030504040204" pitchFamily="34" charset="-120"/>
              </a:rPr>
              <a:t>口腔黏膜表面輪廓（</a:t>
            </a:r>
            <a:r>
              <a:rPr lang="en-US" altLang="zh-TW" b="1" i="0" dirty="0">
                <a:solidFill>
                  <a:srgbClr val="FF0000"/>
                </a:solidFill>
                <a:effectLst/>
                <a:latin typeface="微軟正黑體" panose="020B0604030504040204" pitchFamily="34" charset="-120"/>
                <a:ea typeface="微軟正黑體" panose="020B0604030504040204" pitchFamily="34" charset="-120"/>
              </a:rPr>
              <a:t>OMSC</a:t>
            </a:r>
            <a:r>
              <a:rPr lang="zh-TW" altLang="en-US" b="1" i="0" dirty="0">
                <a:solidFill>
                  <a:srgbClr val="FF0000"/>
                </a:solidFill>
                <a:effectLst/>
                <a:latin typeface="微軟正黑體" panose="020B0604030504040204" pitchFamily="34" charset="-120"/>
                <a:ea typeface="微軟正黑體" panose="020B0604030504040204" pitchFamily="34" charset="-120"/>
              </a:rPr>
              <a:t>）分割</a:t>
            </a:r>
          </a:p>
        </p:txBody>
      </p:sp>
      <p:sp>
        <p:nvSpPr>
          <p:cNvPr id="22" name="文字方塊 21">
            <a:extLst>
              <a:ext uri="{FF2B5EF4-FFF2-40B4-BE49-F238E27FC236}">
                <a16:creationId xmlns:a16="http://schemas.microsoft.com/office/drawing/2014/main" id="{C55DFF7E-9702-3D7B-E472-723CC14B06B8}"/>
              </a:ext>
            </a:extLst>
          </p:cNvPr>
          <p:cNvSpPr txBox="1"/>
          <p:nvPr/>
        </p:nvSpPr>
        <p:spPr>
          <a:xfrm>
            <a:off x="105740" y="2789784"/>
            <a:ext cx="2024717" cy="369332"/>
          </a:xfrm>
          <a:prstGeom prst="rect">
            <a:avLst/>
          </a:prstGeom>
          <a:noFill/>
        </p:spPr>
        <p:txBody>
          <a:bodyPr wrap="square">
            <a:spAutoFit/>
          </a:bodyPr>
          <a:lstStyle/>
          <a:p>
            <a:r>
              <a:rPr lang="zh-TW" altLang="en-US" b="1" dirty="0">
                <a:solidFill>
                  <a:srgbClr val="FF0000"/>
                </a:solidFill>
                <a:latin typeface="微軟正黑體" panose="020B0604030504040204" pitchFamily="34" charset="-120"/>
                <a:ea typeface="微軟正黑體" panose="020B0604030504040204" pitchFamily="34" charset="-120"/>
              </a:rPr>
              <a:t>最近鄰插值法</a:t>
            </a:r>
          </a:p>
        </p:txBody>
      </p:sp>
      <p:grpSp>
        <p:nvGrpSpPr>
          <p:cNvPr id="34" name="群組 33">
            <a:extLst>
              <a:ext uri="{FF2B5EF4-FFF2-40B4-BE49-F238E27FC236}">
                <a16:creationId xmlns:a16="http://schemas.microsoft.com/office/drawing/2014/main" id="{92F36D47-2A16-35FF-62D2-2AD98829543B}"/>
              </a:ext>
            </a:extLst>
          </p:cNvPr>
          <p:cNvGrpSpPr/>
          <p:nvPr/>
        </p:nvGrpSpPr>
        <p:grpSpPr>
          <a:xfrm>
            <a:off x="4377857" y="3050470"/>
            <a:ext cx="7610208" cy="3408177"/>
            <a:chOff x="2401058" y="3189971"/>
            <a:chExt cx="7610208" cy="3408177"/>
          </a:xfrm>
        </p:grpSpPr>
        <p:grpSp>
          <p:nvGrpSpPr>
            <p:cNvPr id="32" name="群組 31">
              <a:extLst>
                <a:ext uri="{FF2B5EF4-FFF2-40B4-BE49-F238E27FC236}">
                  <a16:creationId xmlns:a16="http://schemas.microsoft.com/office/drawing/2014/main" id="{A0DCA26B-BF0D-F2EB-812D-6A504955304C}"/>
                </a:ext>
              </a:extLst>
            </p:cNvPr>
            <p:cNvGrpSpPr/>
            <p:nvPr/>
          </p:nvGrpSpPr>
          <p:grpSpPr>
            <a:xfrm>
              <a:off x="2401058" y="3189971"/>
              <a:ext cx="6610966" cy="3408177"/>
              <a:chOff x="2401058" y="3189971"/>
              <a:chExt cx="6610966" cy="3408177"/>
            </a:xfrm>
          </p:grpSpPr>
          <p:sp>
            <p:nvSpPr>
              <p:cNvPr id="16" name="矩形 15">
                <a:extLst>
                  <a:ext uri="{FF2B5EF4-FFF2-40B4-BE49-F238E27FC236}">
                    <a16:creationId xmlns:a16="http://schemas.microsoft.com/office/drawing/2014/main" id="{6981ED2C-E0B3-C29D-CAB6-8EC8DEEE367D}"/>
                  </a:ext>
                </a:extLst>
              </p:cNvPr>
              <p:cNvSpPr/>
              <p:nvPr/>
            </p:nvSpPr>
            <p:spPr>
              <a:xfrm>
                <a:off x="2651292" y="5595014"/>
                <a:ext cx="2454001"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latin typeface="微軟正黑體" panose="020B0604030504040204" pitchFamily="34" charset="-120"/>
                    <a:ea typeface="微軟正黑體" panose="020B0604030504040204" pitchFamily="34" charset="-120"/>
                  </a:rPr>
                  <a:t>放射治療劑量</a:t>
                </a:r>
                <a:endParaRPr lang="en-US" altLang="zh-TW" b="1" dirty="0">
                  <a:solidFill>
                    <a:schemeClr val="tx1"/>
                  </a:solidFill>
                  <a:latin typeface="微軟正黑體" panose="020B0604030504040204" pitchFamily="34" charset="-120"/>
                  <a:ea typeface="微軟正黑體" panose="020B0604030504040204" pitchFamily="34" charset="-120"/>
                </a:endParaRPr>
              </a:p>
              <a:p>
                <a:pPr algn="ctr"/>
                <a:r>
                  <a:rPr lang="en-US" altLang="zh-TW" b="1" dirty="0">
                    <a:solidFill>
                      <a:schemeClr val="tx1"/>
                    </a:solidFill>
                    <a:latin typeface="微軟正黑體" panose="020B0604030504040204" pitchFamily="34" charset="-120"/>
                    <a:ea typeface="微軟正黑體" panose="020B0604030504040204" pitchFamily="34" charset="-120"/>
                  </a:rPr>
                  <a:t>(</a:t>
                </a:r>
                <a:r>
                  <a:rPr lang="en-US" altLang="zh-TW" dirty="0">
                    <a:solidFill>
                      <a:srgbClr val="FF0000"/>
                    </a:solidFill>
                    <a:latin typeface="微軟正黑體" panose="020B0604030504040204" pitchFamily="34" charset="-120"/>
                    <a:ea typeface="微軟正黑體" panose="020B0604030504040204" pitchFamily="34" charset="-120"/>
                  </a:rPr>
                  <a:t>DVH</a:t>
                </a:r>
                <a:r>
                  <a:rPr lang="zh-TW" altLang="en-US" dirty="0">
                    <a:solidFill>
                      <a:srgbClr val="FF0000"/>
                    </a:solidFill>
                    <a:latin typeface="微軟正黑體" panose="020B0604030504040204" pitchFamily="34" charset="-120"/>
                    <a:ea typeface="微軟正黑體" panose="020B0604030504040204" pitchFamily="34" charset="-120"/>
                  </a:rPr>
                  <a:t>劑量體積直方圖</a:t>
                </a:r>
                <a:r>
                  <a:rPr lang="en-US" altLang="zh-TW" b="1" dirty="0">
                    <a:solidFill>
                      <a:schemeClr val="tx1"/>
                    </a:solidFill>
                    <a:latin typeface="微軟正黑體" panose="020B0604030504040204" pitchFamily="34" charset="-120"/>
                    <a:ea typeface="微軟正黑體" panose="020B0604030504040204" pitchFamily="34" charset="-120"/>
                  </a:rPr>
                  <a:t>)</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sp>
            <p:nvSpPr>
              <p:cNvPr id="18" name="矩形 17">
                <a:extLst>
                  <a:ext uri="{FF2B5EF4-FFF2-40B4-BE49-F238E27FC236}">
                    <a16:creationId xmlns:a16="http://schemas.microsoft.com/office/drawing/2014/main" id="{0CFB1D73-5DF0-07DF-0095-CF9AD5C2636D}"/>
                  </a:ext>
                </a:extLst>
              </p:cNvPr>
              <p:cNvSpPr/>
              <p:nvPr/>
            </p:nvSpPr>
            <p:spPr>
              <a:xfrm>
                <a:off x="2785923" y="4557468"/>
                <a:ext cx="2184737"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latin typeface="微軟正黑體" panose="020B0604030504040204" pitchFamily="34" charset="-120"/>
                    <a:ea typeface="微軟正黑體" panose="020B0604030504040204" pitchFamily="34" charset="-120"/>
                  </a:rPr>
                  <a:t>放射治療結構</a:t>
                </a:r>
                <a:endParaRPr lang="en-US" altLang="zh-TW" b="1" dirty="0">
                  <a:solidFill>
                    <a:schemeClr val="tx1"/>
                  </a:solidFill>
                  <a:latin typeface="微軟正黑體" panose="020B0604030504040204" pitchFamily="34" charset="-120"/>
                  <a:ea typeface="微軟正黑體" panose="020B0604030504040204" pitchFamily="34" charset="-120"/>
                </a:endParaRPr>
              </a:p>
              <a:p>
                <a:pPr algn="ctr"/>
                <a:r>
                  <a:rPr lang="en-US" altLang="zh-TW" b="1" dirty="0">
                    <a:solidFill>
                      <a:schemeClr val="tx1"/>
                    </a:solidFill>
                    <a:latin typeface="微軟正黑體" panose="020B0604030504040204" pitchFamily="34" charset="-120"/>
                    <a:ea typeface="微軟正黑體" panose="020B0604030504040204" pitchFamily="34" charset="-120"/>
                  </a:rPr>
                  <a:t>(</a:t>
                </a:r>
                <a:r>
                  <a:rPr lang="zh-TW" altLang="en-US" dirty="0">
                    <a:solidFill>
                      <a:srgbClr val="FF0000"/>
                    </a:solidFill>
                    <a:latin typeface="微軟正黑體" panose="020B0604030504040204" pitchFamily="34" charset="-120"/>
                    <a:ea typeface="微軟正黑體" panose="020B0604030504040204" pitchFamily="34" charset="-120"/>
                  </a:rPr>
                  <a:t>口腔黏膜表面輪廓</a:t>
                </a:r>
                <a:r>
                  <a:rPr lang="en-US" altLang="zh-TW" b="1" dirty="0">
                    <a:solidFill>
                      <a:schemeClr val="tx1"/>
                    </a:solidFill>
                    <a:latin typeface="微軟正黑體" panose="020B0604030504040204" pitchFamily="34" charset="-120"/>
                    <a:ea typeface="微軟正黑體" panose="020B0604030504040204" pitchFamily="34" charset="-120"/>
                  </a:rPr>
                  <a:t>)</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id="{C4E2FC62-F45A-15B7-394D-DCC5341F7B82}"/>
                  </a:ext>
                </a:extLst>
              </p:cNvPr>
              <p:cNvSpPr/>
              <p:nvPr/>
            </p:nvSpPr>
            <p:spPr>
              <a:xfrm>
                <a:off x="6933419" y="4336976"/>
                <a:ext cx="2078605"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latin typeface="微軟正黑體" panose="020B0604030504040204" pitchFamily="34" charset="-120"/>
                    <a:ea typeface="微軟正黑體" panose="020B0604030504040204" pitchFamily="34" charset="-120"/>
                  </a:rPr>
                  <a:t>最近鄰插值法</a:t>
                </a:r>
              </a:p>
            </p:txBody>
          </p:sp>
          <p:sp>
            <p:nvSpPr>
              <p:cNvPr id="20" name="矩形 19">
                <a:extLst>
                  <a:ext uri="{FF2B5EF4-FFF2-40B4-BE49-F238E27FC236}">
                    <a16:creationId xmlns:a16="http://schemas.microsoft.com/office/drawing/2014/main" id="{BC2C24B6-9835-7088-9863-B174C094C917}"/>
                  </a:ext>
                </a:extLst>
              </p:cNvPr>
              <p:cNvSpPr/>
              <p:nvPr/>
            </p:nvSpPr>
            <p:spPr>
              <a:xfrm>
                <a:off x="2401058" y="3189971"/>
                <a:ext cx="2954466" cy="3408177"/>
              </a:xfrm>
              <a:prstGeom prst="rect">
                <a:avLst/>
              </a:prstGeom>
              <a:noFill/>
              <a:ln w="28575">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右 26">
                <a:extLst>
                  <a:ext uri="{FF2B5EF4-FFF2-40B4-BE49-F238E27FC236}">
                    <a16:creationId xmlns:a16="http://schemas.microsoft.com/office/drawing/2014/main" id="{D70061D6-0D6F-04DA-33F0-7B7104F4AE46}"/>
                  </a:ext>
                </a:extLst>
              </p:cNvPr>
              <p:cNvSpPr/>
              <p:nvPr/>
            </p:nvSpPr>
            <p:spPr>
              <a:xfrm>
                <a:off x="5723641" y="4572036"/>
                <a:ext cx="744718" cy="3673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7B0A1F4D-8BB2-6033-4F11-436D371C5AA1}"/>
                  </a:ext>
                </a:extLst>
              </p:cNvPr>
              <p:cNvSpPr/>
              <p:nvPr/>
            </p:nvSpPr>
            <p:spPr>
              <a:xfrm>
                <a:off x="3030723" y="3599296"/>
                <a:ext cx="1695136"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微軟正黑體" panose="020B0604030504040204" pitchFamily="34" charset="-120"/>
                    <a:ea typeface="微軟正黑體" panose="020B0604030504040204" pitchFamily="34" charset="-120"/>
                  </a:rPr>
                  <a:t>CT</a:t>
                </a:r>
                <a:r>
                  <a:rPr lang="zh-TW" altLang="en-US" b="1" dirty="0">
                    <a:solidFill>
                      <a:schemeClr val="tx1"/>
                    </a:solidFill>
                    <a:latin typeface="微軟正黑體" panose="020B0604030504040204" pitchFamily="34" charset="-120"/>
                    <a:ea typeface="微軟正黑體" panose="020B0604030504040204" pitchFamily="34" charset="-120"/>
                  </a:rPr>
                  <a:t>影像</a:t>
                </a:r>
              </a:p>
            </p:txBody>
          </p:sp>
        </p:grpSp>
        <p:sp>
          <p:nvSpPr>
            <p:cNvPr id="30" name="文字方塊 29">
              <a:extLst>
                <a:ext uri="{FF2B5EF4-FFF2-40B4-BE49-F238E27FC236}">
                  <a16:creationId xmlns:a16="http://schemas.microsoft.com/office/drawing/2014/main" id="{3CA443AE-9206-87AA-B31C-41F2CEFBDB12}"/>
                </a:ext>
              </a:extLst>
            </p:cNvPr>
            <p:cNvSpPr txBox="1"/>
            <p:nvPr/>
          </p:nvSpPr>
          <p:spPr>
            <a:xfrm>
              <a:off x="6581480" y="3932639"/>
              <a:ext cx="3429786" cy="338554"/>
            </a:xfrm>
            <a:prstGeom prst="rect">
              <a:avLst/>
            </a:prstGeom>
            <a:noFill/>
          </p:spPr>
          <p:txBody>
            <a:bodyPr wrap="square">
              <a:spAutoFit/>
            </a:bodyPr>
            <a:lstStyle/>
            <a:p>
              <a:r>
                <a:rPr lang="zh-TW" altLang="en-US" sz="1600" b="0" i="0" dirty="0">
                  <a:solidFill>
                    <a:srgbClr val="FF0000"/>
                  </a:solidFill>
                  <a:effectLst/>
                  <a:latin typeface="微軟正黑體" panose="020B0604030504040204" pitchFamily="34" charset="-120"/>
                  <a:ea typeface="微軟正黑體" panose="020B0604030504040204" pitchFamily="34" charset="-120"/>
                </a:rPr>
                <a:t>重新取樣為</a:t>
              </a:r>
              <a:r>
                <a:rPr lang="en-US" altLang="zh-TW" sz="1600" b="0" i="0" dirty="0">
                  <a:solidFill>
                    <a:srgbClr val="FF0000"/>
                  </a:solidFill>
                  <a:effectLst/>
                  <a:latin typeface="微軟正黑體" panose="020B0604030504040204" pitchFamily="34" charset="-120"/>
                  <a:ea typeface="微軟正黑體" panose="020B0604030504040204" pitchFamily="34" charset="-120"/>
                </a:rPr>
                <a:t>1×1×1 mm </a:t>
              </a:r>
              <a:r>
                <a:rPr lang="en-US" altLang="zh-TW" sz="1600" b="0" i="0" baseline="30000" dirty="0">
                  <a:solidFill>
                    <a:srgbClr val="FF0000"/>
                  </a:solidFill>
                  <a:effectLst/>
                  <a:latin typeface="微軟正黑體" panose="020B0604030504040204" pitchFamily="34" charset="-120"/>
                  <a:ea typeface="微軟正黑體" panose="020B0604030504040204" pitchFamily="34" charset="-120"/>
                </a:rPr>
                <a:t>3</a:t>
              </a:r>
              <a:r>
                <a:rPr lang="zh-TW" altLang="en-US" sz="1600" b="0" i="0" baseline="30000" dirty="0">
                  <a:solidFill>
                    <a:srgbClr val="FF0000"/>
                  </a:solidFill>
                  <a:effectLst/>
                  <a:latin typeface="微軟正黑體" panose="020B0604030504040204" pitchFamily="34" charset="-120"/>
                  <a:ea typeface="微軟正黑體" panose="020B0604030504040204" pitchFamily="34" charset="-120"/>
                </a:rPr>
                <a:t>的各向同性網格</a:t>
              </a:r>
              <a:endParaRPr lang="zh-TW" altLang="en-US" sz="1600" dirty="0">
                <a:solidFill>
                  <a:srgbClr val="FF0000"/>
                </a:solidFill>
                <a:latin typeface="微軟正黑體" panose="020B0604030504040204" pitchFamily="34" charset="-120"/>
                <a:ea typeface="微軟正黑體" panose="020B0604030504040204" pitchFamily="34" charset="-120"/>
              </a:endParaRPr>
            </a:p>
          </p:txBody>
        </p:sp>
      </p:grpSp>
      <p:pic>
        <p:nvPicPr>
          <p:cNvPr id="3074" name="Picture 2">
            <a:extLst>
              <a:ext uri="{FF2B5EF4-FFF2-40B4-BE49-F238E27FC236}">
                <a16:creationId xmlns:a16="http://schemas.microsoft.com/office/drawing/2014/main" id="{2A8F52DC-CAB2-94AE-DD40-7A33307AA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599" y="4131692"/>
            <a:ext cx="3224815" cy="1730967"/>
          </a:xfrm>
          <a:prstGeom prst="rect">
            <a:avLst/>
          </a:prstGeom>
          <a:noFill/>
          <a:extLst>
            <a:ext uri="{909E8E84-426E-40DD-AFC4-6F175D3DCCD1}">
              <a14:hiddenFill xmlns:a14="http://schemas.microsoft.com/office/drawing/2010/main">
                <a:solidFill>
                  <a:srgbClr val="FFFFFF"/>
                </a:solidFill>
              </a14:hiddenFill>
            </a:ext>
          </a:extLst>
        </p:spPr>
      </p:pic>
      <p:sp>
        <p:nvSpPr>
          <p:cNvPr id="36" name="文字方塊 35">
            <a:extLst>
              <a:ext uri="{FF2B5EF4-FFF2-40B4-BE49-F238E27FC236}">
                <a16:creationId xmlns:a16="http://schemas.microsoft.com/office/drawing/2014/main" id="{2FC4D016-884F-A298-6D3E-7FADC4062FA2}"/>
              </a:ext>
            </a:extLst>
          </p:cNvPr>
          <p:cNvSpPr txBox="1"/>
          <p:nvPr/>
        </p:nvSpPr>
        <p:spPr>
          <a:xfrm>
            <a:off x="360912" y="3593083"/>
            <a:ext cx="1220745" cy="369332"/>
          </a:xfrm>
          <a:prstGeom prst="rect">
            <a:avLst/>
          </a:prstGeom>
          <a:noFill/>
        </p:spPr>
        <p:txBody>
          <a:bodyPr wrap="square" rtlCol="0">
            <a:spAutoFit/>
          </a:bodyPr>
          <a:lstStyle/>
          <a:p>
            <a:r>
              <a:rPr lang="zh-TW" altLang="en-US" dirty="0">
                <a:latin typeface="微軟正黑體" panose="020B0604030504040204" pitchFamily="34" charset="-120"/>
                <a:ea typeface="微軟正黑體" panose="020B0604030504040204" pitchFamily="34" charset="-120"/>
              </a:rPr>
              <a:t>範例 </a:t>
            </a:r>
            <a:r>
              <a:rPr lang="en-US" altLang="zh-TW" dirty="0"/>
              <a:t>:</a:t>
            </a:r>
            <a:endParaRPr lang="zh-TW" altLang="en-US" dirty="0"/>
          </a:p>
        </p:txBody>
      </p:sp>
    </p:spTree>
    <p:extLst>
      <p:ext uri="{BB962C8B-B14F-4D97-AF65-F5344CB8AC3E}">
        <p14:creationId xmlns:p14="http://schemas.microsoft.com/office/powerpoint/2010/main" val="25017098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BC5BE-9115-A496-464C-454F48A3E7F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7C693FC-517C-A835-B3DE-8EAF66867375}"/>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280DABB8-0475-4606-3A70-9A34A9C35560}"/>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39354D34-DAD5-29E8-C554-735B2A7E4558}"/>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22535AC0-74F7-DCE6-EBA6-796DD70D6396}"/>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15BCD7D-77C0-2CC6-CE6F-8663F603B4AD}"/>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C102FA03-0BF2-22E8-164B-88660D42F4D3}"/>
              </a:ext>
            </a:extLst>
          </p:cNvPr>
          <p:cNvSpPr txBox="1">
            <a:spLocks noChangeArrowheads="1"/>
          </p:cNvSpPr>
          <p:nvPr/>
        </p:nvSpPr>
        <p:spPr bwMode="auto">
          <a:xfrm>
            <a:off x="1344157" y="354451"/>
            <a:ext cx="17761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特徵提取</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F307D462-5C73-78EA-707C-03BBEAF89BB4}"/>
              </a:ext>
            </a:extLst>
          </p:cNvPr>
          <p:cNvCxnSpPr>
            <a:cxnSpLocks/>
            <a:endCxn id="12" idx="3"/>
          </p:cNvCxnSpPr>
          <p:nvPr/>
        </p:nvCxnSpPr>
        <p:spPr>
          <a:xfrm flipH="1" flipV="1">
            <a:off x="3120272" y="616061"/>
            <a:ext cx="878641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7D8FC9FB-C904-0660-5EB8-DB6DB91CD4C5}"/>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8EBA202D-CB16-08BB-7D63-095C9E98A1C8}"/>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8</a:t>
            </a:fld>
            <a:endParaRPr lang="en-US" altLang="zh-CN" sz="1400" dirty="0">
              <a:solidFill>
                <a:schemeClr val="bg1"/>
              </a:solidFill>
              <a:latin typeface="微软雅黑" pitchFamily="34" charset="-122"/>
              <a:ea typeface="微软雅黑" pitchFamily="34" charset="-122"/>
            </a:endParaRPr>
          </a:p>
        </p:txBody>
      </p:sp>
      <p:grpSp>
        <p:nvGrpSpPr>
          <p:cNvPr id="70" name="群組 69">
            <a:extLst>
              <a:ext uri="{FF2B5EF4-FFF2-40B4-BE49-F238E27FC236}">
                <a16:creationId xmlns:a16="http://schemas.microsoft.com/office/drawing/2014/main" id="{A4A67A79-FEF8-2FAF-E79A-D21474B75F4E}"/>
              </a:ext>
            </a:extLst>
          </p:cNvPr>
          <p:cNvGrpSpPr/>
          <p:nvPr/>
        </p:nvGrpSpPr>
        <p:grpSpPr>
          <a:xfrm>
            <a:off x="529196" y="902973"/>
            <a:ext cx="11224892" cy="5492854"/>
            <a:chOff x="40832" y="902973"/>
            <a:chExt cx="11224892" cy="5492854"/>
          </a:xfrm>
        </p:grpSpPr>
        <p:sp>
          <p:nvSpPr>
            <p:cNvPr id="2" name="矩形 1">
              <a:extLst>
                <a:ext uri="{FF2B5EF4-FFF2-40B4-BE49-F238E27FC236}">
                  <a16:creationId xmlns:a16="http://schemas.microsoft.com/office/drawing/2014/main" id="{86FA81EF-1853-EDD1-E0D7-5F71D6F95018}"/>
                </a:ext>
              </a:extLst>
            </p:cNvPr>
            <p:cNvSpPr/>
            <p:nvPr/>
          </p:nvSpPr>
          <p:spPr>
            <a:xfrm>
              <a:off x="40832" y="3841389"/>
              <a:ext cx="1695136"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微軟正黑體" panose="020B0604030504040204" pitchFamily="34" charset="-120"/>
                  <a:ea typeface="微軟正黑體" panose="020B0604030504040204" pitchFamily="34" charset="-120"/>
                </a:rPr>
                <a:t>DICOM</a:t>
              </a:r>
              <a:r>
                <a:rPr lang="zh-TW" altLang="en-US" b="1" dirty="0">
                  <a:solidFill>
                    <a:schemeClr val="tx1"/>
                  </a:solidFill>
                  <a:latin typeface="微軟正黑體" panose="020B0604030504040204" pitchFamily="34" charset="-120"/>
                  <a:ea typeface="微軟正黑體" panose="020B0604030504040204" pitchFamily="34" charset="-120"/>
                </a:rPr>
                <a:t>檔</a:t>
              </a:r>
            </a:p>
          </p:txBody>
        </p:sp>
        <p:sp>
          <p:nvSpPr>
            <p:cNvPr id="3" name="矩形 2">
              <a:extLst>
                <a:ext uri="{FF2B5EF4-FFF2-40B4-BE49-F238E27FC236}">
                  <a16:creationId xmlns:a16="http://schemas.microsoft.com/office/drawing/2014/main" id="{EA318FD5-3B89-5227-0D2D-6E4379CC8B66}"/>
                </a:ext>
              </a:extLst>
            </p:cNvPr>
            <p:cNvSpPr/>
            <p:nvPr/>
          </p:nvSpPr>
          <p:spPr>
            <a:xfrm>
              <a:off x="2775102" y="5267805"/>
              <a:ext cx="2225604"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微軟正黑體" panose="020B0604030504040204" pitchFamily="34" charset="-120"/>
                  <a:ea typeface="微軟正黑體" panose="020B0604030504040204" pitchFamily="34" charset="-120"/>
                </a:rPr>
                <a:t>MIM Maestro</a:t>
              </a:r>
              <a:r>
                <a:rPr lang="zh-TW" altLang="en-US" b="1" dirty="0">
                  <a:solidFill>
                    <a:schemeClr val="tx1"/>
                  </a:solidFill>
                  <a:latin typeface="微軟正黑體" panose="020B0604030504040204" pitchFamily="34" charset="-120"/>
                  <a:ea typeface="微軟正黑體" panose="020B0604030504040204" pitchFamily="34" charset="-120"/>
                </a:rPr>
                <a:t>軟體</a:t>
              </a:r>
            </a:p>
          </p:txBody>
        </p:sp>
        <p:sp>
          <p:nvSpPr>
            <p:cNvPr id="4" name="矩形 3">
              <a:extLst>
                <a:ext uri="{FF2B5EF4-FFF2-40B4-BE49-F238E27FC236}">
                  <a16:creationId xmlns:a16="http://schemas.microsoft.com/office/drawing/2014/main" id="{72036A96-84EB-6744-E458-210E3836388E}"/>
                </a:ext>
              </a:extLst>
            </p:cNvPr>
            <p:cNvSpPr/>
            <p:nvPr/>
          </p:nvSpPr>
          <p:spPr>
            <a:xfrm>
              <a:off x="2775103" y="2421205"/>
              <a:ext cx="2225603"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b="1" dirty="0" err="1">
                  <a:solidFill>
                    <a:schemeClr val="tx1"/>
                  </a:solidFill>
                  <a:latin typeface="微軟正黑體" panose="020B0604030504040204" pitchFamily="34" charset="-120"/>
                  <a:ea typeface="微軟正黑體" panose="020B0604030504040204" pitchFamily="34" charset="-120"/>
                </a:rPr>
                <a:t>PyRadiomics</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cxnSp>
          <p:nvCxnSpPr>
            <p:cNvPr id="6" name="接點: 肘形 5">
              <a:extLst>
                <a:ext uri="{FF2B5EF4-FFF2-40B4-BE49-F238E27FC236}">
                  <a16:creationId xmlns:a16="http://schemas.microsoft.com/office/drawing/2014/main" id="{D0001ECD-3AB1-7277-35B9-14C4247F62ED}"/>
                </a:ext>
              </a:extLst>
            </p:cNvPr>
            <p:cNvCxnSpPr>
              <a:cxnSpLocks/>
              <a:stCxn id="2" idx="3"/>
              <a:endCxn id="4" idx="1"/>
            </p:cNvCxnSpPr>
            <p:nvPr/>
          </p:nvCxnSpPr>
          <p:spPr>
            <a:xfrm flipV="1">
              <a:off x="1735968" y="2790045"/>
              <a:ext cx="1039135" cy="1420184"/>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接點: 肘形 16">
              <a:extLst>
                <a:ext uri="{FF2B5EF4-FFF2-40B4-BE49-F238E27FC236}">
                  <a16:creationId xmlns:a16="http://schemas.microsoft.com/office/drawing/2014/main" id="{14BA8D7B-50CF-14DC-0F08-4B1CC9890063}"/>
                </a:ext>
              </a:extLst>
            </p:cNvPr>
            <p:cNvCxnSpPr>
              <a:cxnSpLocks/>
            </p:cNvCxnSpPr>
            <p:nvPr/>
          </p:nvCxnSpPr>
          <p:spPr>
            <a:xfrm rot="16200000" flipH="1">
              <a:off x="1792684" y="4673080"/>
              <a:ext cx="1426416" cy="50071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A1B74769-F0A7-8365-19F0-ADBF6EE632D5}"/>
                </a:ext>
              </a:extLst>
            </p:cNvPr>
            <p:cNvSpPr/>
            <p:nvPr/>
          </p:nvSpPr>
          <p:spPr>
            <a:xfrm>
              <a:off x="6096000" y="1522993"/>
              <a:ext cx="2225603"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latin typeface="微軟正黑體" panose="020B0604030504040204" pitchFamily="34" charset="-120"/>
                  <a:ea typeface="微軟正黑體" panose="020B0604030504040204" pitchFamily="34" charset="-120"/>
                </a:rPr>
                <a:t>放射組學數據（</a:t>
              </a:r>
              <a:r>
                <a:rPr lang="en-US" altLang="zh-TW" b="1" dirty="0">
                  <a:solidFill>
                    <a:schemeClr val="tx1"/>
                  </a:solidFill>
                  <a:latin typeface="微軟正黑體" panose="020B0604030504040204" pitchFamily="34" charset="-120"/>
                  <a:ea typeface="微軟正黑體" panose="020B0604030504040204" pitchFamily="34" charset="-120"/>
                </a:rPr>
                <a:t>Radiomics</a:t>
              </a:r>
              <a:r>
                <a:rPr lang="zh-TW" altLang="en-US" b="1" dirty="0">
                  <a:solidFill>
                    <a:schemeClr val="tx1"/>
                  </a:solidFill>
                  <a:latin typeface="微軟正黑體" panose="020B0604030504040204" pitchFamily="34" charset="-120"/>
                  <a:ea typeface="微軟正黑體" panose="020B0604030504040204" pitchFamily="34" charset="-120"/>
                </a:rPr>
                <a:t>）</a:t>
              </a:r>
            </a:p>
          </p:txBody>
        </p:sp>
        <p:sp>
          <p:nvSpPr>
            <p:cNvPr id="24" name="矩形 23">
              <a:extLst>
                <a:ext uri="{FF2B5EF4-FFF2-40B4-BE49-F238E27FC236}">
                  <a16:creationId xmlns:a16="http://schemas.microsoft.com/office/drawing/2014/main" id="{DA34B3A1-B627-6104-2466-B1E828C33A9A}"/>
                </a:ext>
              </a:extLst>
            </p:cNvPr>
            <p:cNvSpPr/>
            <p:nvPr/>
          </p:nvSpPr>
          <p:spPr>
            <a:xfrm>
              <a:off x="6096000" y="3158885"/>
              <a:ext cx="2225603"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tx1"/>
                  </a:solidFill>
                  <a:latin typeface="微軟正黑體" panose="020B0604030504040204" pitchFamily="34" charset="-120"/>
                  <a:ea typeface="微軟正黑體" panose="020B0604030504040204" pitchFamily="34" charset="-120"/>
                </a:rPr>
                <a:t>劑量組學數據（</a:t>
              </a:r>
              <a:r>
                <a:rPr lang="en-US" altLang="zh-TW" b="1" dirty="0" err="1">
                  <a:solidFill>
                    <a:schemeClr val="tx1"/>
                  </a:solidFill>
                  <a:latin typeface="微軟正黑體" panose="020B0604030504040204" pitchFamily="34" charset="-120"/>
                  <a:ea typeface="微軟正黑體" panose="020B0604030504040204" pitchFamily="34" charset="-120"/>
                </a:rPr>
                <a:t>Dosiomics</a:t>
              </a:r>
              <a:r>
                <a:rPr lang="zh-TW" altLang="en-US" b="1" dirty="0">
                  <a:solidFill>
                    <a:schemeClr val="tx1"/>
                  </a:solidFill>
                  <a:latin typeface="微軟正黑體" panose="020B0604030504040204" pitchFamily="34" charset="-120"/>
                  <a:ea typeface="微軟正黑體" panose="020B0604030504040204" pitchFamily="34" charset="-120"/>
                </a:rPr>
                <a:t>）</a:t>
              </a:r>
            </a:p>
          </p:txBody>
        </p:sp>
        <p:cxnSp>
          <p:nvCxnSpPr>
            <p:cNvPr id="31" name="接點: 肘形 30">
              <a:extLst>
                <a:ext uri="{FF2B5EF4-FFF2-40B4-BE49-F238E27FC236}">
                  <a16:creationId xmlns:a16="http://schemas.microsoft.com/office/drawing/2014/main" id="{7DD17F8E-6D16-5AF9-BB1D-A91C6113068F}"/>
                </a:ext>
              </a:extLst>
            </p:cNvPr>
            <p:cNvCxnSpPr>
              <a:stCxn id="4" idx="3"/>
              <a:endCxn id="23" idx="1"/>
            </p:cNvCxnSpPr>
            <p:nvPr/>
          </p:nvCxnSpPr>
          <p:spPr>
            <a:xfrm flipV="1">
              <a:off x="5000706" y="1891833"/>
              <a:ext cx="1095294" cy="898212"/>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接點: 肘形 32">
              <a:extLst>
                <a:ext uri="{FF2B5EF4-FFF2-40B4-BE49-F238E27FC236}">
                  <a16:creationId xmlns:a16="http://schemas.microsoft.com/office/drawing/2014/main" id="{6F74DB55-36DB-8100-03FE-B121FEFEA350}"/>
                </a:ext>
              </a:extLst>
            </p:cNvPr>
            <p:cNvCxnSpPr>
              <a:endCxn id="24" idx="1"/>
            </p:cNvCxnSpPr>
            <p:nvPr/>
          </p:nvCxnSpPr>
          <p:spPr>
            <a:xfrm rot="16200000" flipH="1">
              <a:off x="5453336" y="2885061"/>
              <a:ext cx="737680" cy="547647"/>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ED1A1737-575A-3C0F-4FEC-B7E44EC451B4}"/>
                </a:ext>
              </a:extLst>
            </p:cNvPr>
            <p:cNvCxnSpPr>
              <a:cxnSpLocks/>
              <a:stCxn id="3" idx="3"/>
            </p:cNvCxnSpPr>
            <p:nvPr/>
          </p:nvCxnSpPr>
          <p:spPr>
            <a:xfrm>
              <a:off x="5000706" y="5636645"/>
              <a:ext cx="10227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8CD8A8D-33D0-D6AA-AE5F-BDB268EFD8FC}"/>
                </a:ext>
              </a:extLst>
            </p:cNvPr>
            <p:cNvSpPr/>
            <p:nvPr/>
          </p:nvSpPr>
          <p:spPr>
            <a:xfrm>
              <a:off x="6023490" y="5267805"/>
              <a:ext cx="2225603" cy="73768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微軟正黑體" panose="020B0604030504040204" pitchFamily="34" charset="-120"/>
                  <a:ea typeface="微軟正黑體" panose="020B0604030504040204" pitchFamily="34" charset="-120"/>
                </a:rPr>
                <a:t>DVH </a:t>
              </a:r>
              <a:r>
                <a:rPr lang="zh-TW" altLang="en-US" b="1" dirty="0">
                  <a:solidFill>
                    <a:schemeClr val="tx1"/>
                  </a:solidFill>
                  <a:latin typeface="微軟正黑體" panose="020B0604030504040204" pitchFamily="34" charset="-120"/>
                  <a:ea typeface="微軟正黑體" panose="020B0604030504040204" pitchFamily="34" charset="-120"/>
                </a:rPr>
                <a:t>參數</a:t>
              </a:r>
              <a:endParaRPr lang="en-US" altLang="zh-TW" b="1" dirty="0">
                <a:solidFill>
                  <a:schemeClr val="tx1"/>
                </a:solidFill>
                <a:latin typeface="微軟正黑體" panose="020B0604030504040204" pitchFamily="34" charset="-120"/>
                <a:ea typeface="微軟正黑體" panose="020B0604030504040204" pitchFamily="34" charset="-120"/>
              </a:endParaRPr>
            </a:p>
            <a:p>
              <a:pPr algn="ctr"/>
              <a:r>
                <a:rPr lang="en-US" altLang="zh-TW" b="1" dirty="0">
                  <a:solidFill>
                    <a:schemeClr val="tx1"/>
                  </a:solidFill>
                  <a:latin typeface="微軟正黑體" panose="020B0604030504040204" pitchFamily="34" charset="-120"/>
                  <a:ea typeface="微軟正黑體" panose="020B0604030504040204" pitchFamily="34" charset="-120"/>
                </a:rPr>
                <a:t>(</a:t>
              </a:r>
              <a:r>
                <a:rPr lang="zh-TW" altLang="en-US" b="1" dirty="0">
                  <a:solidFill>
                    <a:schemeClr val="tx1"/>
                  </a:solidFill>
                  <a:latin typeface="微軟正黑體" panose="020B0604030504040204" pitchFamily="34" charset="-120"/>
                  <a:ea typeface="微軟正黑體" panose="020B0604030504040204" pitchFamily="34" charset="-120"/>
                </a:rPr>
                <a:t>劑量體積直方圖</a:t>
              </a:r>
              <a:r>
                <a:rPr lang="en-US" altLang="zh-TW" b="1" dirty="0">
                  <a:solidFill>
                    <a:schemeClr val="tx1"/>
                  </a:solidFill>
                  <a:latin typeface="微軟正黑體" panose="020B0604030504040204" pitchFamily="34" charset="-120"/>
                  <a:ea typeface="微軟正黑體" panose="020B0604030504040204" pitchFamily="34" charset="-120"/>
                </a:rPr>
                <a:t>)</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sp>
          <p:nvSpPr>
            <p:cNvPr id="39" name="文字方塊 38">
              <a:extLst>
                <a:ext uri="{FF2B5EF4-FFF2-40B4-BE49-F238E27FC236}">
                  <a16:creationId xmlns:a16="http://schemas.microsoft.com/office/drawing/2014/main" id="{8977CCE7-230B-AB1B-59FC-42AE46C68F2D}"/>
                </a:ext>
              </a:extLst>
            </p:cNvPr>
            <p:cNvSpPr txBox="1"/>
            <p:nvPr/>
          </p:nvSpPr>
          <p:spPr>
            <a:xfrm>
              <a:off x="5876810" y="6088050"/>
              <a:ext cx="2740842" cy="307777"/>
            </a:xfrm>
            <a:prstGeom prst="rect">
              <a:avLst/>
            </a:prstGeom>
            <a:noFill/>
          </p:spPr>
          <p:txBody>
            <a:bodyPr wrap="square">
              <a:spAutoFit/>
            </a:bodyPr>
            <a:lstStyle/>
            <a:p>
              <a:r>
                <a:rPr lang="zh-TW" altLang="en-US" sz="1400" dirty="0">
                  <a:latin typeface="微軟正黑體" panose="020B0604030504040204" pitchFamily="34" charset="-120"/>
                  <a:ea typeface="微軟正黑體" panose="020B0604030504040204" pitchFamily="34" charset="-120"/>
                </a:rPr>
                <a:t>提取</a:t>
              </a:r>
              <a:r>
                <a:rPr lang="en-US" altLang="zh-TW" sz="1400" dirty="0">
                  <a:latin typeface="微軟正黑體" panose="020B0604030504040204" pitchFamily="34" charset="-120"/>
                  <a:ea typeface="微軟正黑體" panose="020B0604030504040204" pitchFamily="34" charset="-120"/>
                </a:rPr>
                <a:t>1</a:t>
              </a:r>
              <a:r>
                <a:rPr lang="zh-TW" altLang="en-US" sz="1400" dirty="0">
                  <a:latin typeface="微軟正黑體" panose="020B0604030504040204" pitchFamily="34" charset="-120"/>
                  <a:ea typeface="微軟正黑體" panose="020B0604030504040204" pitchFamily="34" charset="-120"/>
                </a:rPr>
                <a:t>到</a:t>
              </a:r>
              <a:r>
                <a:rPr lang="en-US" altLang="zh-TW" sz="1400" dirty="0">
                  <a:latin typeface="微軟正黑體" panose="020B0604030504040204" pitchFamily="34" charset="-120"/>
                  <a:ea typeface="微軟正黑體" panose="020B0604030504040204" pitchFamily="34" charset="-120"/>
                </a:rPr>
                <a:t>70 Gy[RBE]</a:t>
              </a:r>
              <a:r>
                <a:rPr lang="zh-TW" altLang="en-US" sz="1400" dirty="0">
                  <a:latin typeface="微軟正黑體" panose="020B0604030504040204" pitchFamily="34" charset="-120"/>
                  <a:ea typeface="微軟正黑體" panose="020B0604030504040204" pitchFamily="34" charset="-120"/>
                </a:rPr>
                <a:t>的</a:t>
              </a:r>
              <a:r>
                <a:rPr lang="en-US" altLang="zh-TW" sz="1400" dirty="0">
                  <a:latin typeface="微軟正黑體" panose="020B0604030504040204" pitchFamily="34" charset="-120"/>
                  <a:ea typeface="微軟正黑體" panose="020B0604030504040204" pitchFamily="34" charset="-120"/>
                </a:rPr>
                <a:t>DVH</a:t>
              </a:r>
              <a:r>
                <a:rPr lang="zh-TW" altLang="en-US" sz="1400" dirty="0">
                  <a:latin typeface="微軟正黑體" panose="020B0604030504040204" pitchFamily="34" charset="-120"/>
                  <a:ea typeface="微軟正黑體" panose="020B0604030504040204" pitchFamily="34" charset="-120"/>
                </a:rPr>
                <a:t>參數</a:t>
              </a:r>
            </a:p>
          </p:txBody>
        </p:sp>
        <p:sp>
          <p:nvSpPr>
            <p:cNvPr id="54" name="矩形 53">
              <a:extLst>
                <a:ext uri="{FF2B5EF4-FFF2-40B4-BE49-F238E27FC236}">
                  <a16:creationId xmlns:a16="http://schemas.microsoft.com/office/drawing/2014/main" id="{8B912B02-AC00-B20D-6DE6-AFCA5713A37E}"/>
                </a:ext>
              </a:extLst>
            </p:cNvPr>
            <p:cNvSpPr/>
            <p:nvPr/>
          </p:nvSpPr>
          <p:spPr>
            <a:xfrm>
              <a:off x="9001026" y="1629032"/>
              <a:ext cx="1585275" cy="52560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rgbClr val="1F1F1F"/>
                  </a:solidFill>
                  <a:latin typeface="微軟正黑體" panose="020B0604030504040204" pitchFamily="34" charset="-120"/>
                  <a:ea typeface="微軟正黑體" panose="020B0604030504040204" pitchFamily="34" charset="-120"/>
                </a:rPr>
                <a:t>一階特徵</a:t>
              </a:r>
            </a:p>
          </p:txBody>
        </p:sp>
        <p:sp>
          <p:nvSpPr>
            <p:cNvPr id="55" name="矩形 54">
              <a:extLst>
                <a:ext uri="{FF2B5EF4-FFF2-40B4-BE49-F238E27FC236}">
                  <a16:creationId xmlns:a16="http://schemas.microsoft.com/office/drawing/2014/main" id="{616C9E44-7CAD-40D0-BBD7-C0FE9F1D2DB2}"/>
                </a:ext>
              </a:extLst>
            </p:cNvPr>
            <p:cNvSpPr/>
            <p:nvPr/>
          </p:nvSpPr>
          <p:spPr>
            <a:xfrm>
              <a:off x="9001026" y="902973"/>
              <a:ext cx="1585275" cy="52560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i="0" dirty="0">
                  <a:solidFill>
                    <a:srgbClr val="1F1F1F"/>
                  </a:solidFill>
                  <a:effectLst/>
                  <a:latin typeface="微軟正黑體" panose="020B0604030504040204" pitchFamily="34" charset="-120"/>
                  <a:ea typeface="微軟正黑體" panose="020B0604030504040204" pitchFamily="34" charset="-120"/>
                </a:rPr>
                <a:t>形狀特徵</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sp>
          <p:nvSpPr>
            <p:cNvPr id="56" name="矩形 55">
              <a:extLst>
                <a:ext uri="{FF2B5EF4-FFF2-40B4-BE49-F238E27FC236}">
                  <a16:creationId xmlns:a16="http://schemas.microsoft.com/office/drawing/2014/main" id="{70750274-D34E-503A-9C15-FE80D3FB2A7E}"/>
                </a:ext>
              </a:extLst>
            </p:cNvPr>
            <p:cNvSpPr/>
            <p:nvPr/>
          </p:nvSpPr>
          <p:spPr>
            <a:xfrm>
              <a:off x="9001025" y="2359773"/>
              <a:ext cx="1585275" cy="525602"/>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rgbClr val="1F1F1F"/>
                  </a:solidFill>
                  <a:latin typeface="微軟正黑體" panose="020B0604030504040204" pitchFamily="34" charset="-120"/>
                  <a:ea typeface="微軟正黑體" panose="020B0604030504040204" pitchFamily="34" charset="-120"/>
                </a:rPr>
                <a:t>紋理特徵</a:t>
              </a:r>
            </a:p>
          </p:txBody>
        </p:sp>
        <p:cxnSp>
          <p:nvCxnSpPr>
            <p:cNvPr id="58" name="接點: 肘形 57">
              <a:extLst>
                <a:ext uri="{FF2B5EF4-FFF2-40B4-BE49-F238E27FC236}">
                  <a16:creationId xmlns:a16="http://schemas.microsoft.com/office/drawing/2014/main" id="{A250F5FA-BD57-76FB-4D60-362767FB6009}"/>
                </a:ext>
              </a:extLst>
            </p:cNvPr>
            <p:cNvCxnSpPr>
              <a:stCxn id="23" idx="3"/>
              <a:endCxn id="55" idx="1"/>
            </p:cNvCxnSpPr>
            <p:nvPr/>
          </p:nvCxnSpPr>
          <p:spPr>
            <a:xfrm flipV="1">
              <a:off x="8321603" y="1165774"/>
              <a:ext cx="679423" cy="726059"/>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接點: 肘形 59">
              <a:extLst>
                <a:ext uri="{FF2B5EF4-FFF2-40B4-BE49-F238E27FC236}">
                  <a16:creationId xmlns:a16="http://schemas.microsoft.com/office/drawing/2014/main" id="{D4C4A0F3-0013-9AA0-3969-C6B5A8CFF6E5}"/>
                </a:ext>
              </a:extLst>
            </p:cNvPr>
            <p:cNvCxnSpPr>
              <a:endCxn id="56" idx="1"/>
            </p:cNvCxnSpPr>
            <p:nvPr/>
          </p:nvCxnSpPr>
          <p:spPr>
            <a:xfrm rot="16200000" flipH="1">
              <a:off x="8466759" y="2088307"/>
              <a:ext cx="730741" cy="337792"/>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2CC95B3D-4962-B803-DD94-024A7ACA2893}"/>
                </a:ext>
              </a:extLst>
            </p:cNvPr>
            <p:cNvCxnSpPr>
              <a:endCxn id="54" idx="1"/>
            </p:cNvCxnSpPr>
            <p:nvPr/>
          </p:nvCxnSpPr>
          <p:spPr>
            <a:xfrm>
              <a:off x="8661314" y="1891832"/>
              <a:ext cx="33971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62">
              <a:extLst>
                <a:ext uri="{FF2B5EF4-FFF2-40B4-BE49-F238E27FC236}">
                  <a16:creationId xmlns:a16="http://schemas.microsoft.com/office/drawing/2014/main" id="{F864F13A-1697-4D2F-5AF2-B65D25ACBE59}"/>
                </a:ext>
              </a:extLst>
            </p:cNvPr>
            <p:cNvSpPr txBox="1"/>
            <p:nvPr/>
          </p:nvSpPr>
          <p:spPr>
            <a:xfrm>
              <a:off x="10746557" y="946570"/>
              <a:ext cx="519167" cy="369332"/>
            </a:xfrm>
            <a:prstGeom prst="rect">
              <a:avLst/>
            </a:prstGeom>
            <a:noFill/>
          </p:spPr>
          <p:txBody>
            <a:bodyPr wrap="square" rtlCol="0">
              <a:spAutoFit/>
            </a:bodyPr>
            <a:lstStyle/>
            <a:p>
              <a:r>
                <a:rPr lang="en-US" altLang="zh-TW" dirty="0">
                  <a:solidFill>
                    <a:srgbClr val="FF0000"/>
                  </a:solidFill>
                </a:rPr>
                <a:t>14</a:t>
              </a:r>
              <a:endParaRPr lang="zh-TW" altLang="en-US" dirty="0">
                <a:solidFill>
                  <a:srgbClr val="FF0000"/>
                </a:solidFill>
              </a:endParaRPr>
            </a:p>
          </p:txBody>
        </p:sp>
        <p:sp>
          <p:nvSpPr>
            <p:cNvPr id="64" name="文字方塊 63">
              <a:extLst>
                <a:ext uri="{FF2B5EF4-FFF2-40B4-BE49-F238E27FC236}">
                  <a16:creationId xmlns:a16="http://schemas.microsoft.com/office/drawing/2014/main" id="{EB2CD7D0-7241-C6F8-1156-8834E805281E}"/>
                </a:ext>
              </a:extLst>
            </p:cNvPr>
            <p:cNvSpPr txBox="1"/>
            <p:nvPr/>
          </p:nvSpPr>
          <p:spPr>
            <a:xfrm>
              <a:off x="10746557" y="1707166"/>
              <a:ext cx="519167" cy="369332"/>
            </a:xfrm>
            <a:prstGeom prst="rect">
              <a:avLst/>
            </a:prstGeom>
            <a:noFill/>
          </p:spPr>
          <p:txBody>
            <a:bodyPr wrap="square" rtlCol="0">
              <a:spAutoFit/>
            </a:bodyPr>
            <a:lstStyle/>
            <a:p>
              <a:r>
                <a:rPr lang="en-US" altLang="zh-TW" dirty="0">
                  <a:solidFill>
                    <a:srgbClr val="FF0000"/>
                  </a:solidFill>
                </a:rPr>
                <a:t>18</a:t>
              </a:r>
              <a:endParaRPr lang="zh-TW" altLang="en-US" dirty="0">
                <a:solidFill>
                  <a:srgbClr val="FF0000"/>
                </a:solidFill>
              </a:endParaRPr>
            </a:p>
          </p:txBody>
        </p:sp>
        <p:sp>
          <p:nvSpPr>
            <p:cNvPr id="65" name="文字方塊 64">
              <a:extLst>
                <a:ext uri="{FF2B5EF4-FFF2-40B4-BE49-F238E27FC236}">
                  <a16:creationId xmlns:a16="http://schemas.microsoft.com/office/drawing/2014/main" id="{42833CCB-7B4A-0138-8158-857BF16B52F8}"/>
                </a:ext>
              </a:extLst>
            </p:cNvPr>
            <p:cNvSpPr txBox="1"/>
            <p:nvPr/>
          </p:nvSpPr>
          <p:spPr>
            <a:xfrm>
              <a:off x="10746557" y="2421205"/>
              <a:ext cx="519167" cy="369332"/>
            </a:xfrm>
            <a:prstGeom prst="rect">
              <a:avLst/>
            </a:prstGeom>
            <a:noFill/>
          </p:spPr>
          <p:txBody>
            <a:bodyPr wrap="square" rtlCol="0">
              <a:spAutoFit/>
            </a:bodyPr>
            <a:lstStyle/>
            <a:p>
              <a:r>
                <a:rPr lang="en-US" altLang="zh-TW" dirty="0">
                  <a:solidFill>
                    <a:srgbClr val="FF0000"/>
                  </a:solidFill>
                </a:rPr>
                <a:t>75</a:t>
              </a:r>
              <a:endParaRPr lang="zh-TW" altLang="en-US" dirty="0">
                <a:solidFill>
                  <a:srgbClr val="FF0000"/>
                </a:solidFill>
              </a:endParaRPr>
            </a:p>
          </p:txBody>
        </p:sp>
        <p:sp>
          <p:nvSpPr>
            <p:cNvPr id="66" name="文字方塊 65">
              <a:extLst>
                <a:ext uri="{FF2B5EF4-FFF2-40B4-BE49-F238E27FC236}">
                  <a16:creationId xmlns:a16="http://schemas.microsoft.com/office/drawing/2014/main" id="{E2FDF282-AA30-AADA-2D0C-46FA72799ECF}"/>
                </a:ext>
              </a:extLst>
            </p:cNvPr>
            <p:cNvSpPr txBox="1"/>
            <p:nvPr/>
          </p:nvSpPr>
          <p:spPr>
            <a:xfrm>
              <a:off x="6994314" y="2789799"/>
              <a:ext cx="519167" cy="369332"/>
            </a:xfrm>
            <a:prstGeom prst="rect">
              <a:avLst/>
            </a:prstGeom>
            <a:noFill/>
          </p:spPr>
          <p:txBody>
            <a:bodyPr wrap="square" rtlCol="0">
              <a:spAutoFit/>
            </a:bodyPr>
            <a:lstStyle/>
            <a:p>
              <a:r>
                <a:rPr lang="en-US" altLang="zh-TW" dirty="0">
                  <a:solidFill>
                    <a:srgbClr val="FF0000"/>
                  </a:solidFill>
                </a:rPr>
                <a:t>93</a:t>
              </a:r>
              <a:endParaRPr lang="zh-TW" altLang="en-US" dirty="0">
                <a:solidFill>
                  <a:srgbClr val="FF0000"/>
                </a:solidFill>
              </a:endParaRPr>
            </a:p>
          </p:txBody>
        </p:sp>
        <p:sp>
          <p:nvSpPr>
            <p:cNvPr id="67" name="文字方塊 66">
              <a:extLst>
                <a:ext uri="{FF2B5EF4-FFF2-40B4-BE49-F238E27FC236}">
                  <a16:creationId xmlns:a16="http://schemas.microsoft.com/office/drawing/2014/main" id="{3F3D4181-DE6F-9478-F939-6018431EF405}"/>
                </a:ext>
              </a:extLst>
            </p:cNvPr>
            <p:cNvSpPr txBox="1"/>
            <p:nvPr/>
          </p:nvSpPr>
          <p:spPr>
            <a:xfrm>
              <a:off x="6994313" y="1131236"/>
              <a:ext cx="679423" cy="369332"/>
            </a:xfrm>
            <a:prstGeom prst="rect">
              <a:avLst/>
            </a:prstGeom>
            <a:noFill/>
          </p:spPr>
          <p:txBody>
            <a:bodyPr wrap="square" rtlCol="0">
              <a:spAutoFit/>
            </a:bodyPr>
            <a:lstStyle/>
            <a:p>
              <a:r>
                <a:rPr lang="en-US" altLang="zh-TW" dirty="0">
                  <a:solidFill>
                    <a:srgbClr val="FF0000"/>
                  </a:solidFill>
                </a:rPr>
                <a:t>107</a:t>
              </a:r>
              <a:endParaRPr lang="zh-TW" altLang="en-US" dirty="0">
                <a:solidFill>
                  <a:srgbClr val="FF0000"/>
                </a:solidFill>
              </a:endParaRPr>
            </a:p>
          </p:txBody>
        </p:sp>
        <p:sp>
          <p:nvSpPr>
            <p:cNvPr id="69" name="文字方塊 68">
              <a:extLst>
                <a:ext uri="{FF2B5EF4-FFF2-40B4-BE49-F238E27FC236}">
                  <a16:creationId xmlns:a16="http://schemas.microsoft.com/office/drawing/2014/main" id="{2D4D2EDE-E355-7222-731F-76BF702BC168}"/>
                </a:ext>
              </a:extLst>
            </p:cNvPr>
            <p:cNvSpPr txBox="1"/>
            <p:nvPr/>
          </p:nvSpPr>
          <p:spPr>
            <a:xfrm>
              <a:off x="6255514" y="4898473"/>
              <a:ext cx="1996765" cy="369332"/>
            </a:xfrm>
            <a:prstGeom prst="rect">
              <a:avLst/>
            </a:prstGeom>
            <a:noFill/>
          </p:spPr>
          <p:txBody>
            <a:bodyPr wrap="square">
              <a:spAutoFit/>
            </a:bodyPr>
            <a:lstStyle/>
            <a:p>
              <a:r>
                <a:rPr lang="en-US" altLang="zh-TW" b="0" i="0" dirty="0">
                  <a:solidFill>
                    <a:srgbClr val="FF0000"/>
                  </a:solidFill>
                  <a:effectLst/>
                  <a:latin typeface="微軟正黑體" panose="020B0604030504040204" pitchFamily="34" charset="-120"/>
                  <a:ea typeface="微軟正黑體" panose="020B0604030504040204" pitchFamily="34" charset="-120"/>
                </a:rPr>
                <a:t>70 </a:t>
              </a:r>
              <a:r>
                <a:rPr lang="zh-TW" altLang="en-US" b="0" i="0" dirty="0">
                  <a:solidFill>
                    <a:srgbClr val="FF0000"/>
                  </a:solidFill>
                  <a:effectLst/>
                  <a:latin typeface="微軟正黑體" panose="020B0604030504040204" pitchFamily="34" charset="-120"/>
                  <a:ea typeface="微軟正黑體" panose="020B0604030504040204" pitchFamily="34" charset="-120"/>
                </a:rPr>
                <a:t>個 </a:t>
              </a:r>
              <a:r>
                <a:rPr lang="en-US" altLang="zh-TW" b="0" i="0" dirty="0">
                  <a:solidFill>
                    <a:srgbClr val="FF0000"/>
                  </a:solidFill>
                  <a:effectLst/>
                  <a:latin typeface="微軟正黑體" panose="020B0604030504040204" pitchFamily="34" charset="-120"/>
                  <a:ea typeface="微軟正黑體" panose="020B0604030504040204" pitchFamily="34" charset="-120"/>
                </a:rPr>
                <a:t>DVH </a:t>
              </a:r>
              <a:r>
                <a:rPr lang="zh-TW" altLang="en-US" b="0" i="0" dirty="0">
                  <a:solidFill>
                    <a:srgbClr val="FF0000"/>
                  </a:solidFill>
                  <a:effectLst/>
                  <a:latin typeface="微軟正黑體" panose="020B0604030504040204" pitchFamily="34" charset="-120"/>
                  <a:ea typeface="微軟正黑體" panose="020B0604030504040204" pitchFamily="34" charset="-120"/>
                </a:rPr>
                <a:t>參數</a:t>
              </a:r>
              <a:endParaRPr lang="zh-TW" altLang="en-US" dirty="0">
                <a:solidFill>
                  <a:srgbClr val="FF0000"/>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6381784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3E80-9F6F-B56C-0873-94BB718021A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DA95CD7-322E-5FF4-77F5-552BB198FFD8}"/>
              </a:ext>
            </a:extLst>
          </p:cNvPr>
          <p:cNvSpPr/>
          <p:nvPr/>
        </p:nvSpPr>
        <p:spPr>
          <a:xfrm>
            <a:off x="2571" y="399353"/>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CD6977CF-AEA4-2B05-796F-BA1ACBBE7348}"/>
              </a:ext>
            </a:extLst>
          </p:cNvPr>
          <p:cNvSpPr/>
          <p:nvPr/>
        </p:nvSpPr>
        <p:spPr>
          <a:xfrm>
            <a:off x="267170" y="399353"/>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C269D92E-EC21-A09B-EAD3-74B118997C3E}"/>
              </a:ext>
            </a:extLst>
          </p:cNvPr>
          <p:cNvSpPr/>
          <p:nvPr/>
        </p:nvSpPr>
        <p:spPr>
          <a:xfrm>
            <a:off x="531767" y="399353"/>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D8391A0E-5AC2-7B9B-CDE6-ACA3BE5CC7D0}"/>
              </a:ext>
            </a:extLst>
          </p:cNvPr>
          <p:cNvSpPr/>
          <p:nvPr/>
        </p:nvSpPr>
        <p:spPr>
          <a:xfrm>
            <a:off x="794248" y="399353"/>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000F0A09-C6CA-C07F-A812-BAC79D4FA0DB}"/>
              </a:ext>
            </a:extLst>
          </p:cNvPr>
          <p:cNvSpPr/>
          <p:nvPr/>
        </p:nvSpPr>
        <p:spPr>
          <a:xfrm>
            <a:off x="1058846" y="399353"/>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67226CF7-F18B-90E1-09F8-CFF7BC0A57F9}"/>
              </a:ext>
            </a:extLst>
          </p:cNvPr>
          <p:cNvSpPr txBox="1">
            <a:spLocks noChangeArrowheads="1"/>
          </p:cNvSpPr>
          <p:nvPr/>
        </p:nvSpPr>
        <p:spPr bwMode="auto">
          <a:xfrm>
            <a:off x="1344156" y="238885"/>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模型架構</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F32EF5A9-9BE7-CCC8-3059-67E63AD96C05}"/>
              </a:ext>
            </a:extLst>
          </p:cNvPr>
          <p:cNvCxnSpPr>
            <a:cxnSpLocks/>
          </p:cNvCxnSpPr>
          <p:nvPr/>
        </p:nvCxnSpPr>
        <p:spPr>
          <a:xfrm flipH="1" flipV="1">
            <a:off x="3039291" y="511928"/>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D954BC0-BDB8-4536-91B9-B2C3792C9734}"/>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585DF791-A94A-931A-AFB2-6E975154C68B}"/>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9</a:t>
            </a:fld>
            <a:endParaRPr lang="en-US" altLang="zh-CN" sz="1400" dirty="0">
              <a:solidFill>
                <a:schemeClr val="bg1"/>
              </a:solidFill>
              <a:latin typeface="微软雅黑" pitchFamily="34" charset="-122"/>
              <a:ea typeface="微软雅黑" pitchFamily="34" charset="-122"/>
            </a:endParaRPr>
          </a:p>
        </p:txBody>
      </p:sp>
      <p:pic>
        <p:nvPicPr>
          <p:cNvPr id="1026" name="Picture 2">
            <a:extLst>
              <a:ext uri="{FF2B5EF4-FFF2-40B4-BE49-F238E27FC236}">
                <a16:creationId xmlns:a16="http://schemas.microsoft.com/office/drawing/2014/main" id="{F6829580-E3DC-D26C-9DFF-01B1E14ACB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408" y="1050202"/>
            <a:ext cx="9132105" cy="5065464"/>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a:extLst>
              <a:ext uri="{FF2B5EF4-FFF2-40B4-BE49-F238E27FC236}">
                <a16:creationId xmlns:a16="http://schemas.microsoft.com/office/drawing/2014/main" id="{60DD245B-F486-2713-66C9-75D1F90D2076}"/>
              </a:ext>
            </a:extLst>
          </p:cNvPr>
          <p:cNvSpPr txBox="1"/>
          <p:nvPr/>
        </p:nvSpPr>
        <p:spPr>
          <a:xfrm>
            <a:off x="529196" y="5576965"/>
            <a:ext cx="1378670" cy="461665"/>
          </a:xfrm>
          <a:prstGeom prst="rect">
            <a:avLst/>
          </a:prstGeom>
          <a:noFill/>
        </p:spPr>
        <p:txBody>
          <a:bodyPr wrap="square">
            <a:spAutoFit/>
          </a:bodyPr>
          <a:lstStyle/>
          <a:p>
            <a:pPr algn="ctr"/>
            <a:r>
              <a:rPr lang="en-US" altLang="zh-TW" sz="1200" b="1" dirty="0" err="1">
                <a:solidFill>
                  <a:srgbClr val="FF0000"/>
                </a:solidFill>
                <a:latin typeface="微軟正黑體" panose="020B0604030504040204" pitchFamily="34" charset="-120"/>
                <a:ea typeface="微軟正黑體" panose="020B0604030504040204" pitchFamily="34" charset="-120"/>
              </a:rPr>
              <a:t>PyRadiomics</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algn="ctr"/>
            <a:r>
              <a:rPr lang="zh-TW" altLang="en-US" sz="1200" b="1" dirty="0">
                <a:solidFill>
                  <a:srgbClr val="FF0000"/>
                </a:solidFill>
                <a:latin typeface="微軟正黑體" panose="020B0604030504040204" pitchFamily="34" charset="-120"/>
                <a:ea typeface="微軟正黑體" panose="020B0604030504040204" pitchFamily="34" charset="-120"/>
              </a:rPr>
              <a:t>提取</a:t>
            </a:r>
          </a:p>
        </p:txBody>
      </p:sp>
      <p:sp>
        <p:nvSpPr>
          <p:cNvPr id="4" name="矩形 3">
            <a:extLst>
              <a:ext uri="{FF2B5EF4-FFF2-40B4-BE49-F238E27FC236}">
                <a16:creationId xmlns:a16="http://schemas.microsoft.com/office/drawing/2014/main" id="{B0BD70FB-297D-23E8-1C69-9A8DE8F657CA}"/>
              </a:ext>
            </a:extLst>
          </p:cNvPr>
          <p:cNvSpPr/>
          <p:nvPr/>
        </p:nvSpPr>
        <p:spPr>
          <a:xfrm>
            <a:off x="1740274" y="3444273"/>
            <a:ext cx="1380057" cy="25943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964DE2EA-178D-2DFB-49C3-27720333598A}"/>
              </a:ext>
            </a:extLst>
          </p:cNvPr>
          <p:cNvSpPr txBox="1"/>
          <p:nvPr/>
        </p:nvSpPr>
        <p:spPr>
          <a:xfrm>
            <a:off x="1740274" y="2123696"/>
            <a:ext cx="1536570" cy="461665"/>
          </a:xfrm>
          <a:prstGeom prst="rect">
            <a:avLst/>
          </a:prstGeom>
          <a:noFill/>
        </p:spPr>
        <p:txBody>
          <a:bodyPr wrap="square">
            <a:spAutoFit/>
          </a:bodyPr>
          <a:lstStyle/>
          <a:p>
            <a:pPr algn="ctr"/>
            <a:r>
              <a:rPr lang="en-US" altLang="zh-TW" sz="1200" b="1" i="0" dirty="0">
                <a:solidFill>
                  <a:srgbClr val="FF0000"/>
                </a:solidFill>
                <a:effectLst/>
                <a:latin typeface="微軟正黑體" panose="020B0604030504040204" pitchFamily="34" charset="-120"/>
                <a:ea typeface="微軟正黑體" panose="020B0604030504040204" pitchFamily="34" charset="-120"/>
              </a:rPr>
              <a:t>MIM Maestro</a:t>
            </a:r>
          </a:p>
          <a:p>
            <a:pPr algn="ctr"/>
            <a:r>
              <a:rPr lang="en-US" altLang="zh-TW" sz="1200" b="1" i="0" dirty="0">
                <a:solidFill>
                  <a:srgbClr val="FF0000"/>
                </a:solidFill>
                <a:effectLst/>
                <a:latin typeface="微軟正黑體" panose="020B0604030504040204" pitchFamily="34" charset="-120"/>
                <a:ea typeface="微軟正黑體" panose="020B0604030504040204" pitchFamily="34" charset="-120"/>
              </a:rPr>
              <a:t> </a:t>
            </a:r>
            <a:r>
              <a:rPr lang="zh-TW" altLang="en-US" sz="1200" b="1" i="0" dirty="0">
                <a:solidFill>
                  <a:srgbClr val="FF0000"/>
                </a:solidFill>
                <a:effectLst/>
                <a:latin typeface="微軟正黑體" panose="020B0604030504040204" pitchFamily="34" charset="-120"/>
                <a:ea typeface="微軟正黑體" panose="020B0604030504040204" pitchFamily="34" charset="-120"/>
              </a:rPr>
              <a:t>軟體</a:t>
            </a:r>
            <a:r>
              <a:rPr lang="zh-TW" altLang="en-US" sz="1200" b="1" dirty="0">
                <a:solidFill>
                  <a:srgbClr val="FF0000"/>
                </a:solidFill>
                <a:latin typeface="微軟正黑體" panose="020B0604030504040204" pitchFamily="34" charset="-120"/>
                <a:ea typeface="微軟正黑體" panose="020B0604030504040204" pitchFamily="34" charset="-120"/>
              </a:rPr>
              <a:t>擷取</a:t>
            </a:r>
          </a:p>
        </p:txBody>
      </p:sp>
      <p:sp>
        <p:nvSpPr>
          <p:cNvPr id="5" name="文字方塊 4">
            <a:extLst>
              <a:ext uri="{FF2B5EF4-FFF2-40B4-BE49-F238E27FC236}">
                <a16:creationId xmlns:a16="http://schemas.microsoft.com/office/drawing/2014/main" id="{C5599C4C-5BA2-BBE2-130A-F662D85B87C0}"/>
              </a:ext>
            </a:extLst>
          </p:cNvPr>
          <p:cNvSpPr txBox="1"/>
          <p:nvPr/>
        </p:nvSpPr>
        <p:spPr>
          <a:xfrm>
            <a:off x="9315196" y="1257938"/>
            <a:ext cx="2838543" cy="2828403"/>
          </a:xfrm>
          <a:prstGeom prst="rect">
            <a:avLst/>
          </a:prstGeom>
          <a:noFill/>
        </p:spPr>
        <p:txBody>
          <a:bodyPr wrap="square">
            <a:spAutoFit/>
          </a:bodyPr>
          <a:lstStyle/>
          <a:p>
            <a:pPr>
              <a:lnSpc>
                <a:spcPct val="150000"/>
              </a:lnSpc>
            </a:pPr>
            <a:r>
              <a:rPr lang="zh-TW" altLang="en-US" sz="1200" b="1" dirty="0">
                <a:solidFill>
                  <a:srgbClr val="FF0000"/>
                </a:solidFill>
                <a:latin typeface="微軟正黑體" panose="020B0604030504040204" pitchFamily="34" charset="-120"/>
                <a:ea typeface="微軟正黑體" panose="020B0604030504040204" pitchFamily="34" charset="-120"/>
              </a:rPr>
              <a:t>單變量邏輯回歸 </a:t>
            </a:r>
            <a:r>
              <a:rPr lang="en-US" altLang="zh-TW" sz="1200" b="1" dirty="0">
                <a:solidFill>
                  <a:srgbClr val="FF0000"/>
                </a:solidFill>
                <a:latin typeface="微軟正黑體" panose="020B0604030504040204" pitchFamily="34" charset="-120"/>
                <a:ea typeface="微軟正黑體" panose="020B0604030504040204" pitchFamily="34" charset="-120"/>
              </a:rPr>
              <a:t>:</a:t>
            </a:r>
          </a:p>
          <a:p>
            <a:pPr>
              <a:lnSpc>
                <a:spcPct val="150000"/>
              </a:lnSpc>
            </a:pP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 針對每個特徵執行單變量邏輯回歸</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dirty="0">
                <a:latin typeface="微軟正黑體" panose="020B0604030504040204" pitchFamily="34" charset="-120"/>
                <a:ea typeface="微軟正黑體" panose="020B0604030504040204" pitchFamily="34" charset="-120"/>
              </a:rPr>
              <a:t>，看特徵是否與急性口腔黏膜炎（</a:t>
            </a:r>
            <a:r>
              <a:rPr lang="en-US" altLang="zh-TW" sz="1200" dirty="0">
                <a:latin typeface="微軟正黑體" panose="020B0604030504040204" pitchFamily="34" charset="-120"/>
                <a:ea typeface="微軟正黑體" panose="020B0604030504040204" pitchFamily="34" charset="-120"/>
              </a:rPr>
              <a:t>AOM</a:t>
            </a:r>
            <a:r>
              <a:rPr lang="zh-TW" altLang="en-US" sz="1200" dirty="0">
                <a:latin typeface="微軟正黑體" panose="020B0604030504040204" pitchFamily="34" charset="-120"/>
                <a:ea typeface="微軟正黑體" panose="020B0604030504040204" pitchFamily="34" charset="-120"/>
              </a:rPr>
              <a:t>）顯著相關。</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b="1" dirty="0">
                <a:solidFill>
                  <a:srgbClr val="0000FF"/>
                </a:solidFill>
                <a:latin typeface="微軟正黑體" panose="020B0604030504040204" pitchFamily="34" charset="-120"/>
                <a:ea typeface="微軟正黑體" panose="020B0604030504040204" pitchFamily="34" charset="-120"/>
              </a:rPr>
              <a:t>篩選標準：</a:t>
            </a:r>
            <a:endParaRPr lang="en-US" altLang="zh-TW" sz="1200" b="1" dirty="0">
              <a:solidFill>
                <a:srgbClr val="0000FF"/>
              </a:solidFill>
              <a:latin typeface="微軟正黑體" panose="020B0604030504040204" pitchFamily="34" charset="-120"/>
              <a:ea typeface="微軟正黑體" panose="020B0604030504040204" pitchFamily="34" charset="-120"/>
            </a:endParaRPr>
          </a:p>
          <a:p>
            <a:pPr>
              <a:lnSpc>
                <a:spcPct val="150000"/>
              </a:lnSpc>
            </a:pPr>
            <a:r>
              <a:rPr lang="zh-TW" altLang="en-US" sz="1200" dirty="0">
                <a:latin typeface="微軟正黑體" panose="020B0604030504040204" pitchFamily="34" charset="-120"/>
                <a:ea typeface="微軟正黑體" panose="020B0604030504040204" pitchFamily="34" charset="-120"/>
              </a:rPr>
              <a:t>中位數</a:t>
            </a:r>
            <a:r>
              <a:rPr lang="en-US" altLang="zh-TW" sz="1200" dirty="0">
                <a:latin typeface="微軟正黑體" panose="020B0604030504040204" pitchFamily="34" charset="-120"/>
                <a:ea typeface="微軟正黑體" panose="020B0604030504040204" pitchFamily="34" charset="-120"/>
              </a:rPr>
              <a:t>p</a:t>
            </a:r>
            <a:r>
              <a:rPr lang="zh-TW" altLang="en-US" sz="1200" dirty="0">
                <a:latin typeface="微軟正黑體" panose="020B0604030504040204" pitchFamily="34" charset="-120"/>
                <a:ea typeface="微軟正黑體" panose="020B0604030504040204" pitchFamily="34" charset="-120"/>
              </a:rPr>
              <a:t>值 </a:t>
            </a:r>
            <a:r>
              <a:rPr lang="en-US" altLang="zh-TW" sz="1200" dirty="0">
                <a:latin typeface="微軟正黑體" panose="020B0604030504040204" pitchFamily="34" charset="-120"/>
                <a:ea typeface="微軟正黑體" panose="020B0604030504040204" pitchFamily="34" charset="-120"/>
              </a:rPr>
              <a:t>&lt; 0.05</a:t>
            </a:r>
            <a:r>
              <a:rPr lang="zh-TW" altLang="en-US" sz="1200" dirty="0">
                <a:latin typeface="微軟正黑體" panose="020B0604030504040204" pitchFamily="34" charset="-120"/>
                <a:ea typeface="微軟正黑體" panose="020B0604030504040204" pitchFamily="34" charset="-120"/>
              </a:rPr>
              <a:t>：與</a:t>
            </a:r>
            <a:r>
              <a:rPr lang="en-US" altLang="zh-TW" sz="1200" dirty="0">
                <a:latin typeface="微軟正黑體" panose="020B0604030504040204" pitchFamily="34" charset="-120"/>
                <a:ea typeface="微軟正黑體" panose="020B0604030504040204" pitchFamily="34" charset="-120"/>
              </a:rPr>
              <a:t>AOM</a:t>
            </a:r>
            <a:r>
              <a:rPr lang="zh-TW" altLang="en-US" sz="1200" dirty="0">
                <a:latin typeface="微軟正黑體" panose="020B0604030504040204" pitchFamily="34" charset="-120"/>
                <a:ea typeface="微軟正黑體" panose="020B0604030504040204" pitchFamily="34" charset="-120"/>
              </a:rPr>
              <a:t>顯著相關。</a:t>
            </a:r>
          </a:p>
          <a:p>
            <a:pPr>
              <a:lnSpc>
                <a:spcPct val="150000"/>
              </a:lnSpc>
            </a:pPr>
            <a:r>
              <a:rPr lang="zh-TW" altLang="en-US" sz="1200" dirty="0">
                <a:latin typeface="微軟正黑體" panose="020B0604030504040204" pitchFamily="34" charset="-120"/>
                <a:ea typeface="微軟正黑體" panose="020B0604030504040204" pitchFamily="34" charset="-120"/>
              </a:rPr>
              <a:t>中位數</a:t>
            </a:r>
            <a:r>
              <a:rPr lang="en-US" altLang="zh-TW" sz="1200" dirty="0">
                <a:latin typeface="微軟正黑體" panose="020B0604030504040204" pitchFamily="34" charset="-120"/>
                <a:ea typeface="微軟正黑體" panose="020B0604030504040204" pitchFamily="34" charset="-120"/>
              </a:rPr>
              <a:t>AUC &gt; 0.6</a:t>
            </a:r>
            <a:r>
              <a:rPr lang="zh-TW" altLang="en-US" sz="1200" dirty="0">
                <a:latin typeface="微軟正黑體" panose="020B0604030504040204" pitchFamily="34" charset="-120"/>
                <a:ea typeface="微軟正黑體" panose="020B0604030504040204" pitchFamily="34" charset="-120"/>
              </a:rPr>
              <a:t>：排除弱預測特徵，保留重要特徵。</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en-US" altLang="zh-TW" sz="1200" b="0" i="0" dirty="0">
                <a:solidFill>
                  <a:srgbClr val="1F1F1F"/>
                </a:solidFill>
                <a:effectLst/>
                <a:latin typeface="微軟正黑體" panose="020B0604030504040204" pitchFamily="34" charset="-120"/>
                <a:ea typeface="微軟正黑體" panose="020B0604030504040204" pitchFamily="34" charset="-120"/>
              </a:rPr>
              <a:t>58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 </a:t>
            </a:r>
            <a:r>
              <a:rPr lang="en-US" altLang="zh-TW" sz="1200" b="0" i="0" dirty="0">
                <a:solidFill>
                  <a:srgbClr val="1F1F1F"/>
                </a:solidFill>
                <a:effectLst/>
                <a:latin typeface="微軟正黑體" panose="020B0604030504040204" pitchFamily="34" charset="-120"/>
                <a:ea typeface="微軟正黑體" panose="020B0604030504040204" pitchFamily="34" charset="-120"/>
              </a:rPr>
              <a:t>DVH</a:t>
            </a:r>
            <a:r>
              <a:rPr lang="zh-TW" altLang="en-US" sz="1200" dirty="0">
                <a:solidFill>
                  <a:srgbClr val="1F1F1F"/>
                </a:solidFill>
                <a:latin typeface="微軟正黑體" panose="020B0604030504040204" pitchFamily="34" charset="-120"/>
                <a:ea typeface="微軟正黑體" panose="020B0604030504040204" pitchFamily="34" charset="-120"/>
              </a:rPr>
              <a:t>、</a:t>
            </a:r>
            <a:r>
              <a:rPr lang="en-US" altLang="zh-TW" sz="1200" b="0" i="0" dirty="0">
                <a:solidFill>
                  <a:srgbClr val="1F1F1F"/>
                </a:solidFill>
                <a:effectLst/>
                <a:latin typeface="微軟正黑體" panose="020B0604030504040204" pitchFamily="34" charset="-120"/>
                <a:ea typeface="微軟正黑體" panose="020B0604030504040204" pitchFamily="34" charset="-120"/>
              </a:rPr>
              <a:t>43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個放射組學、</a:t>
            </a:r>
            <a:r>
              <a:rPr lang="en-US" altLang="zh-TW" sz="1200" b="0" i="0" dirty="0">
                <a:solidFill>
                  <a:srgbClr val="1F1F1F"/>
                </a:solidFill>
                <a:effectLst/>
                <a:latin typeface="微軟正黑體" panose="020B0604030504040204" pitchFamily="34" charset="-120"/>
                <a:ea typeface="微軟正黑體" panose="020B0604030504040204" pitchFamily="34" charset="-120"/>
              </a:rPr>
              <a:t>75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個劑量組學</a:t>
            </a:r>
            <a:r>
              <a:rPr lang="zh-TW" altLang="en-US" sz="1200" dirty="0">
                <a:solidFill>
                  <a:srgbClr val="1F1F1F"/>
                </a:solidFill>
                <a:latin typeface="微軟正黑體" panose="020B0604030504040204" pitchFamily="34" charset="-120"/>
                <a:ea typeface="微軟正黑體" panose="020B0604030504040204" pitchFamily="34" charset="-120"/>
              </a:rPr>
              <a:t>、</a:t>
            </a:r>
            <a:r>
              <a:rPr lang="en-US" altLang="zh-TW" sz="1200" b="0" i="0" dirty="0">
                <a:solidFill>
                  <a:srgbClr val="1F1F1F"/>
                </a:solidFill>
                <a:effectLst/>
                <a:latin typeface="微軟正黑體" panose="020B0604030504040204" pitchFamily="34" charset="-120"/>
                <a:ea typeface="微軟正黑體" panose="020B0604030504040204" pitchFamily="34" charset="-120"/>
              </a:rPr>
              <a:t>1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個臨床特徵</a:t>
            </a:r>
            <a:endParaRPr lang="zh-TW" altLang="en-US" sz="1200" dirty="0">
              <a:latin typeface="微軟正黑體" panose="020B0604030504040204" pitchFamily="34" charset="-120"/>
              <a:ea typeface="微軟正黑體" panose="020B0604030504040204" pitchFamily="34" charset="-120"/>
            </a:endParaRPr>
          </a:p>
        </p:txBody>
      </p:sp>
      <p:cxnSp>
        <p:nvCxnSpPr>
          <p:cNvPr id="18" name="直線接點 17">
            <a:extLst>
              <a:ext uri="{FF2B5EF4-FFF2-40B4-BE49-F238E27FC236}">
                <a16:creationId xmlns:a16="http://schemas.microsoft.com/office/drawing/2014/main" id="{32225F8E-E059-B9BB-D293-6A75265338DA}"/>
              </a:ext>
            </a:extLst>
          </p:cNvPr>
          <p:cNvCxnSpPr>
            <a:cxnSpLocks/>
          </p:cNvCxnSpPr>
          <p:nvPr/>
        </p:nvCxnSpPr>
        <p:spPr>
          <a:xfrm>
            <a:off x="9411093" y="4086341"/>
            <a:ext cx="2780906" cy="1091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3F2FD043-4EB9-87CA-D679-0147A20BCC53}"/>
              </a:ext>
            </a:extLst>
          </p:cNvPr>
          <p:cNvSpPr txBox="1"/>
          <p:nvPr/>
        </p:nvSpPr>
        <p:spPr>
          <a:xfrm>
            <a:off x="9315196" y="485159"/>
            <a:ext cx="2392051" cy="889411"/>
          </a:xfrm>
          <a:prstGeom prst="rect">
            <a:avLst/>
          </a:prstGeom>
          <a:noFill/>
        </p:spPr>
        <p:txBody>
          <a:bodyPr wrap="square">
            <a:spAutoFit/>
          </a:bodyPr>
          <a:lstStyle/>
          <a:p>
            <a:pPr>
              <a:lnSpc>
                <a:spcPct val="150000"/>
              </a:lnSpc>
            </a:pPr>
            <a:r>
              <a:rPr lang="en-US" altLang="zh-TW" sz="1200" b="1" dirty="0">
                <a:solidFill>
                  <a:srgbClr val="FF0000"/>
                </a:solidFill>
                <a:latin typeface="微軟正黑體" panose="020B0604030504040204" pitchFamily="34" charset="-120"/>
                <a:ea typeface="微軟正黑體" panose="020B0604030504040204" pitchFamily="34" charset="-120"/>
              </a:rPr>
              <a:t>bootstrap</a:t>
            </a:r>
          </a:p>
          <a:p>
            <a:pPr>
              <a:lnSpc>
                <a:spcPct val="150000"/>
              </a:lnSpc>
            </a:pPr>
            <a:r>
              <a:rPr lang="zh-TW" altLang="en-US" sz="1200" dirty="0">
                <a:latin typeface="微軟正黑體" panose="020B0604030504040204" pitchFamily="34" charset="-120"/>
                <a:ea typeface="微軟正黑體" panose="020B0604030504040204" pitchFamily="34" charset="-120"/>
              </a:rPr>
              <a:t>多次隨機抽取樣本，從訓練集生成</a:t>
            </a:r>
            <a:r>
              <a:rPr lang="en-US" altLang="zh-TW" sz="1200" dirty="0">
                <a:latin typeface="微軟正黑體" panose="020B0604030504040204" pitchFamily="34" charset="-120"/>
                <a:ea typeface="微軟正黑體" panose="020B0604030504040204" pitchFamily="34" charset="-120"/>
              </a:rPr>
              <a:t>1000</a:t>
            </a:r>
            <a:r>
              <a:rPr lang="zh-TW" altLang="en-US" sz="1200" dirty="0">
                <a:latin typeface="微軟正黑體" panose="020B0604030504040204" pitchFamily="34" charset="-120"/>
                <a:ea typeface="微軟正黑體" panose="020B0604030504040204" pitchFamily="34" charset="-120"/>
              </a:rPr>
              <a:t>個樣本集</a:t>
            </a:r>
          </a:p>
        </p:txBody>
      </p:sp>
      <p:sp>
        <p:nvSpPr>
          <p:cNvPr id="22" name="文字方塊 21">
            <a:extLst>
              <a:ext uri="{FF2B5EF4-FFF2-40B4-BE49-F238E27FC236}">
                <a16:creationId xmlns:a16="http://schemas.microsoft.com/office/drawing/2014/main" id="{6A447D8E-2938-7758-2270-AD997DC68695}"/>
              </a:ext>
            </a:extLst>
          </p:cNvPr>
          <p:cNvSpPr txBox="1"/>
          <p:nvPr/>
        </p:nvSpPr>
        <p:spPr>
          <a:xfrm>
            <a:off x="9299220" y="4121633"/>
            <a:ext cx="2780907" cy="1166410"/>
          </a:xfrm>
          <a:prstGeom prst="rect">
            <a:avLst/>
          </a:prstGeom>
          <a:noFill/>
        </p:spPr>
        <p:txBody>
          <a:bodyPr wrap="square">
            <a:spAutoFit/>
          </a:bodyPr>
          <a:lstStyle/>
          <a:p>
            <a:pPr>
              <a:lnSpc>
                <a:spcPct val="150000"/>
              </a:lnSpc>
            </a:pPr>
            <a:r>
              <a:rPr lang="en-US" altLang="zh-TW" sz="1200" b="1" dirty="0">
                <a:solidFill>
                  <a:srgbClr val="FF0000"/>
                </a:solidFill>
                <a:latin typeface="微軟正黑體" panose="020B0604030504040204" pitchFamily="34" charset="-120"/>
                <a:ea typeface="微軟正黑體" panose="020B0604030504040204" pitchFamily="34" charset="-120"/>
              </a:rPr>
              <a:t>LASSO </a:t>
            </a:r>
            <a:r>
              <a:rPr lang="zh-TW" altLang="en-US" sz="1200" b="1" dirty="0">
                <a:solidFill>
                  <a:srgbClr val="FF0000"/>
                </a:solidFill>
                <a:latin typeface="微軟正黑體" panose="020B0604030504040204" pitchFamily="34" charset="-120"/>
                <a:ea typeface="微軟正黑體" panose="020B0604030504040204" pitchFamily="34" charset="-120"/>
              </a:rPr>
              <a:t>回歸：</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a:lnSpc>
                <a:spcPct val="150000"/>
              </a:lnSpc>
            </a:pPr>
            <a:r>
              <a:rPr lang="zh-TW" altLang="en-US" sz="1200" dirty="0">
                <a:solidFill>
                  <a:srgbClr val="1F1F1F"/>
                </a:solidFill>
                <a:latin typeface="微軟正黑體" panose="020B0604030504040204" pitchFamily="34" charset="-120"/>
                <a:ea typeface="微軟正黑體" panose="020B0604030504040204" pitchFamily="34" charset="-120"/>
              </a:rPr>
              <a:t>進一步篩除貢獻較小的特徵</a:t>
            </a:r>
            <a:endParaRPr lang="en-US" altLang="zh-TW" sz="1200" dirty="0">
              <a:solidFill>
                <a:srgbClr val="1F1F1F"/>
              </a:solidFill>
              <a:latin typeface="微軟正黑體" panose="020B0604030504040204" pitchFamily="34" charset="-120"/>
              <a:ea typeface="微軟正黑體" panose="020B0604030504040204" pitchFamily="34" charset="-120"/>
            </a:endParaRPr>
          </a:p>
          <a:p>
            <a:pPr>
              <a:lnSpc>
                <a:spcPct val="150000"/>
              </a:lnSpc>
            </a:pPr>
            <a:r>
              <a:rPr lang="en-US" altLang="zh-TW" sz="1200" dirty="0">
                <a:solidFill>
                  <a:srgbClr val="1F1F1F"/>
                </a:solidFill>
                <a:latin typeface="微軟正黑體" panose="020B0604030504040204" pitchFamily="34" charset="-120"/>
                <a:ea typeface="微軟正黑體" panose="020B0604030504040204" pitchFamily="34" charset="-120"/>
              </a:rPr>
              <a:t>5 </a:t>
            </a:r>
            <a:r>
              <a:rPr lang="zh-TW" altLang="en-US" sz="1200" dirty="0">
                <a:solidFill>
                  <a:srgbClr val="1F1F1F"/>
                </a:solidFill>
                <a:latin typeface="微軟正黑體" panose="020B0604030504040204" pitchFamily="34" charset="-120"/>
                <a:ea typeface="微軟正黑體" panose="020B0604030504040204" pitchFamily="34" charset="-120"/>
              </a:rPr>
              <a:t>個 </a:t>
            </a:r>
            <a:r>
              <a:rPr lang="en-US" altLang="zh-TW" sz="1200" dirty="0">
                <a:solidFill>
                  <a:srgbClr val="1F1F1F"/>
                </a:solidFill>
                <a:latin typeface="微軟正黑體" panose="020B0604030504040204" pitchFamily="34" charset="-120"/>
                <a:ea typeface="微軟正黑體" panose="020B0604030504040204" pitchFamily="34" charset="-120"/>
              </a:rPr>
              <a:t>DVH </a:t>
            </a:r>
            <a:r>
              <a:rPr lang="zh-TW" altLang="en-US" sz="1200" dirty="0">
                <a:solidFill>
                  <a:srgbClr val="1F1F1F"/>
                </a:solidFill>
                <a:latin typeface="微軟正黑體" panose="020B0604030504040204" pitchFamily="34" charset="-120"/>
                <a:ea typeface="微軟正黑體" panose="020B0604030504040204" pitchFamily="34" charset="-120"/>
              </a:rPr>
              <a:t>參數、</a:t>
            </a:r>
            <a:r>
              <a:rPr lang="en-US" altLang="zh-TW" sz="1200" dirty="0">
                <a:solidFill>
                  <a:srgbClr val="1F1F1F"/>
                </a:solidFill>
                <a:latin typeface="微軟正黑體" panose="020B0604030504040204" pitchFamily="34" charset="-120"/>
                <a:ea typeface="微軟正黑體" panose="020B0604030504040204" pitchFamily="34" charset="-120"/>
              </a:rPr>
              <a:t>2 </a:t>
            </a:r>
            <a:r>
              <a:rPr lang="zh-TW" altLang="en-US" sz="1200" dirty="0">
                <a:solidFill>
                  <a:srgbClr val="1F1F1F"/>
                </a:solidFill>
                <a:latin typeface="微軟正黑體" panose="020B0604030504040204" pitchFamily="34" charset="-120"/>
                <a:ea typeface="微軟正黑體" panose="020B0604030504040204" pitchFamily="34" charset="-120"/>
              </a:rPr>
              <a:t>個放射組學特徵、 </a:t>
            </a:r>
            <a:r>
              <a:rPr lang="en-US" altLang="zh-TW" sz="1200" dirty="0">
                <a:solidFill>
                  <a:srgbClr val="1F1F1F"/>
                </a:solidFill>
                <a:latin typeface="微軟正黑體" panose="020B0604030504040204" pitchFamily="34" charset="-120"/>
                <a:ea typeface="微軟正黑體" panose="020B0604030504040204" pitchFamily="34" charset="-120"/>
              </a:rPr>
              <a:t>3 </a:t>
            </a:r>
            <a:r>
              <a:rPr lang="zh-TW" altLang="en-US" sz="1200" dirty="0">
                <a:solidFill>
                  <a:srgbClr val="1F1F1F"/>
                </a:solidFill>
                <a:latin typeface="微軟正黑體" panose="020B0604030504040204" pitchFamily="34" charset="-120"/>
                <a:ea typeface="微軟正黑體" panose="020B0604030504040204" pitchFamily="34" charset="-120"/>
              </a:rPr>
              <a:t>個劑量組學特徵、</a:t>
            </a:r>
            <a:r>
              <a:rPr lang="en-US" altLang="zh-TW" sz="1200" b="0" i="0" dirty="0">
                <a:solidFill>
                  <a:srgbClr val="1F1F1F"/>
                </a:solidFill>
                <a:effectLst/>
                <a:latin typeface="微軟正黑體" panose="020B0604030504040204" pitchFamily="34" charset="-120"/>
                <a:ea typeface="微軟正黑體" panose="020B0604030504040204" pitchFamily="34" charset="-120"/>
              </a:rPr>
              <a:t> 1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個臨床特徵</a:t>
            </a:r>
            <a:endParaRPr lang="zh-TW" altLang="en-US" sz="1200" dirty="0">
              <a:solidFill>
                <a:srgbClr val="1F1F1F"/>
              </a:solidFill>
              <a:latin typeface="微軟正黑體" panose="020B0604030504040204" pitchFamily="34" charset="-120"/>
              <a:ea typeface="微軟正黑體" panose="020B0604030504040204" pitchFamily="34" charset="-120"/>
            </a:endParaRPr>
          </a:p>
        </p:txBody>
      </p:sp>
      <p:cxnSp>
        <p:nvCxnSpPr>
          <p:cNvPr id="23" name="直線接點 22">
            <a:extLst>
              <a:ext uri="{FF2B5EF4-FFF2-40B4-BE49-F238E27FC236}">
                <a16:creationId xmlns:a16="http://schemas.microsoft.com/office/drawing/2014/main" id="{117A5187-164D-CC7A-394D-CCF39497AB49}"/>
              </a:ext>
            </a:extLst>
          </p:cNvPr>
          <p:cNvCxnSpPr/>
          <p:nvPr/>
        </p:nvCxnSpPr>
        <p:spPr>
          <a:xfrm>
            <a:off x="9411093" y="5363229"/>
            <a:ext cx="2780907" cy="2182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64FFCB27-1887-7559-B234-CA08D4C6CCE1}"/>
              </a:ext>
            </a:extLst>
          </p:cNvPr>
          <p:cNvSpPr txBox="1"/>
          <p:nvPr/>
        </p:nvSpPr>
        <p:spPr>
          <a:xfrm>
            <a:off x="9299220" y="5316926"/>
            <a:ext cx="2780907" cy="1443408"/>
          </a:xfrm>
          <a:prstGeom prst="rect">
            <a:avLst/>
          </a:prstGeom>
          <a:noFill/>
        </p:spPr>
        <p:txBody>
          <a:bodyPr wrap="square">
            <a:spAutoFit/>
          </a:bodyPr>
          <a:lstStyle/>
          <a:p>
            <a:pPr>
              <a:lnSpc>
                <a:spcPct val="150000"/>
              </a:lnSpc>
            </a:pPr>
            <a:r>
              <a:rPr lang="zh-TW" altLang="en-US" sz="1200" b="1" dirty="0">
                <a:solidFill>
                  <a:srgbClr val="FF0000"/>
                </a:solidFill>
                <a:latin typeface="微軟正黑體" panose="020B0604030504040204" pitchFamily="34" charset="-120"/>
                <a:ea typeface="微軟正黑體" panose="020B0604030504040204" pitchFamily="34" charset="-120"/>
              </a:rPr>
              <a:t>逐步回歸與</a:t>
            </a:r>
            <a:r>
              <a:rPr lang="en-US" altLang="zh-TW" sz="1200" b="1" dirty="0">
                <a:solidFill>
                  <a:srgbClr val="FF0000"/>
                </a:solidFill>
                <a:latin typeface="微軟正黑體" panose="020B0604030504040204" pitchFamily="34" charset="-120"/>
                <a:ea typeface="微軟正黑體" panose="020B0604030504040204" pitchFamily="34" charset="-120"/>
              </a:rPr>
              <a:t>Spearman</a:t>
            </a:r>
            <a:r>
              <a:rPr lang="zh-TW" altLang="en-US" sz="1200" b="1" dirty="0">
                <a:solidFill>
                  <a:srgbClr val="FF0000"/>
                </a:solidFill>
                <a:latin typeface="微軟正黑體" panose="020B0604030504040204" pitchFamily="34" charset="-120"/>
                <a:ea typeface="微軟正黑體" panose="020B0604030504040204" pitchFamily="34" charset="-120"/>
              </a:rPr>
              <a:t>相關性檢測：</a:t>
            </a:r>
            <a:endParaRPr lang="en-US" altLang="zh-TW" sz="1200" b="1" dirty="0">
              <a:solidFill>
                <a:srgbClr val="FF0000"/>
              </a:solidFill>
              <a:latin typeface="微軟正黑體" panose="020B0604030504040204" pitchFamily="34" charset="-120"/>
              <a:ea typeface="微軟正黑體" panose="020B0604030504040204" pitchFamily="34" charset="-120"/>
            </a:endParaRPr>
          </a:p>
          <a:p>
            <a:pPr>
              <a:lnSpc>
                <a:spcPct val="150000"/>
              </a:lnSpc>
            </a:pPr>
            <a:r>
              <a:rPr lang="zh-TW" altLang="en-US" sz="1200" dirty="0">
                <a:solidFill>
                  <a:srgbClr val="1F1F1F"/>
                </a:solidFill>
                <a:latin typeface="微軟正黑體" panose="020B0604030504040204" pitchFamily="34" charset="-120"/>
                <a:ea typeface="微軟正黑體" panose="020B0604030504040204" pitchFamily="34" charset="-120"/>
              </a:rPr>
              <a:t>消除多重共線性問題，保留高度相關的特徵</a:t>
            </a:r>
            <a:endParaRPr lang="en-US" altLang="zh-TW" sz="1200" dirty="0">
              <a:solidFill>
                <a:srgbClr val="1F1F1F"/>
              </a:solidFill>
              <a:latin typeface="微軟正黑體" panose="020B0604030504040204" pitchFamily="34" charset="-120"/>
              <a:ea typeface="微軟正黑體" panose="020B0604030504040204" pitchFamily="34" charset="-120"/>
            </a:endParaRPr>
          </a:p>
          <a:p>
            <a:pPr>
              <a:lnSpc>
                <a:spcPct val="150000"/>
              </a:lnSpc>
            </a:pPr>
            <a:r>
              <a:rPr lang="en-US" altLang="zh-TW" sz="1200" dirty="0">
                <a:solidFill>
                  <a:srgbClr val="1F1F1F"/>
                </a:solidFill>
                <a:latin typeface="微軟正黑體" panose="020B0604030504040204" pitchFamily="34" charset="-120"/>
                <a:ea typeface="微軟正黑體" panose="020B0604030504040204" pitchFamily="34" charset="-120"/>
              </a:rPr>
              <a:t>1</a:t>
            </a:r>
            <a:r>
              <a:rPr lang="zh-TW" altLang="en-US" sz="1200" dirty="0">
                <a:solidFill>
                  <a:srgbClr val="1F1F1F"/>
                </a:solidFill>
                <a:latin typeface="微軟正黑體" panose="020B0604030504040204" pitchFamily="34" charset="-120"/>
                <a:ea typeface="微軟正黑體" panose="020B0604030504040204" pitchFamily="34" charset="-120"/>
              </a:rPr>
              <a:t>個 </a:t>
            </a:r>
            <a:r>
              <a:rPr lang="en-US" altLang="zh-TW" sz="1200" dirty="0">
                <a:solidFill>
                  <a:srgbClr val="1F1F1F"/>
                </a:solidFill>
                <a:latin typeface="微軟正黑體" panose="020B0604030504040204" pitchFamily="34" charset="-120"/>
                <a:ea typeface="微軟正黑體" panose="020B0604030504040204" pitchFamily="34" charset="-120"/>
              </a:rPr>
              <a:t>DVH </a:t>
            </a:r>
            <a:r>
              <a:rPr lang="zh-TW" altLang="en-US" sz="1200" dirty="0">
                <a:solidFill>
                  <a:srgbClr val="1F1F1F"/>
                </a:solidFill>
                <a:latin typeface="微軟正黑體" panose="020B0604030504040204" pitchFamily="34" charset="-120"/>
                <a:ea typeface="微軟正黑體" panose="020B0604030504040204" pitchFamily="34" charset="-120"/>
              </a:rPr>
              <a:t>參數、</a:t>
            </a:r>
            <a:r>
              <a:rPr lang="en-US" altLang="zh-TW" sz="1200" dirty="0">
                <a:solidFill>
                  <a:srgbClr val="1F1F1F"/>
                </a:solidFill>
                <a:latin typeface="微軟正黑體" panose="020B0604030504040204" pitchFamily="34" charset="-120"/>
                <a:ea typeface="微軟正黑體" panose="020B0604030504040204" pitchFamily="34" charset="-120"/>
              </a:rPr>
              <a:t>2 </a:t>
            </a:r>
            <a:r>
              <a:rPr lang="zh-TW" altLang="en-US" sz="1200" dirty="0">
                <a:solidFill>
                  <a:srgbClr val="1F1F1F"/>
                </a:solidFill>
                <a:latin typeface="微軟正黑體" panose="020B0604030504040204" pitchFamily="34" charset="-120"/>
                <a:ea typeface="微軟正黑體" panose="020B0604030504040204" pitchFamily="34" charset="-120"/>
              </a:rPr>
              <a:t>個放射組學特徵、 </a:t>
            </a:r>
            <a:r>
              <a:rPr lang="en-US" altLang="zh-TW" sz="1200" dirty="0">
                <a:solidFill>
                  <a:srgbClr val="1F1F1F"/>
                </a:solidFill>
                <a:latin typeface="微軟正黑體" panose="020B0604030504040204" pitchFamily="34" charset="-120"/>
                <a:ea typeface="微軟正黑體" panose="020B0604030504040204" pitchFamily="34" charset="-120"/>
              </a:rPr>
              <a:t>2 </a:t>
            </a:r>
            <a:r>
              <a:rPr lang="zh-TW" altLang="en-US" sz="1200" dirty="0">
                <a:solidFill>
                  <a:srgbClr val="1F1F1F"/>
                </a:solidFill>
                <a:latin typeface="微軟正黑體" panose="020B0604030504040204" pitchFamily="34" charset="-120"/>
                <a:ea typeface="微軟正黑體" panose="020B0604030504040204" pitchFamily="34" charset="-120"/>
              </a:rPr>
              <a:t>個劑量組學特徵、</a:t>
            </a:r>
            <a:r>
              <a:rPr lang="en-US" altLang="zh-TW" sz="1200" b="0" i="0" dirty="0">
                <a:solidFill>
                  <a:srgbClr val="1F1F1F"/>
                </a:solidFill>
                <a:effectLst/>
                <a:latin typeface="微軟正黑體" panose="020B0604030504040204" pitchFamily="34" charset="-120"/>
                <a:ea typeface="微軟正黑體" panose="020B0604030504040204" pitchFamily="34" charset="-120"/>
              </a:rPr>
              <a:t> 1 </a:t>
            </a:r>
            <a:r>
              <a:rPr lang="zh-TW" altLang="en-US" sz="1200" b="0" i="0" dirty="0">
                <a:solidFill>
                  <a:srgbClr val="1F1F1F"/>
                </a:solidFill>
                <a:effectLst/>
                <a:latin typeface="微軟正黑體" panose="020B0604030504040204" pitchFamily="34" charset="-120"/>
                <a:ea typeface="微軟正黑體" panose="020B0604030504040204" pitchFamily="34" charset="-120"/>
              </a:rPr>
              <a:t>個臨床特徵</a:t>
            </a:r>
            <a:endParaRPr lang="en-US" altLang="zh-TW" sz="1200" dirty="0">
              <a:solidFill>
                <a:srgbClr val="1F1F1F"/>
              </a:solidFill>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8712A5A4-A723-5115-5F45-CF6747EC92A2}"/>
              </a:ext>
            </a:extLst>
          </p:cNvPr>
          <p:cNvSpPr txBox="1"/>
          <p:nvPr/>
        </p:nvSpPr>
        <p:spPr>
          <a:xfrm>
            <a:off x="5472261" y="6115666"/>
            <a:ext cx="3168332" cy="461665"/>
          </a:xfrm>
          <a:prstGeom prst="rect">
            <a:avLst/>
          </a:prstGeom>
          <a:noFill/>
        </p:spPr>
        <p:txBody>
          <a:bodyPr wrap="square">
            <a:spAutoFit/>
          </a:bodyPr>
          <a:lstStyle/>
          <a:p>
            <a:pPr algn="ctr"/>
            <a:r>
              <a:rPr lang="en-US" altLang="zh-TW" sz="1200" dirty="0"/>
              <a:t>AUC</a:t>
            </a:r>
            <a:r>
              <a:rPr lang="zh-TW" altLang="en-US" sz="1200" dirty="0"/>
              <a:t>（</a:t>
            </a:r>
            <a:r>
              <a:rPr lang="en-US" altLang="zh-TW" sz="1200" dirty="0"/>
              <a:t>Area Under Curve</a:t>
            </a:r>
            <a:r>
              <a:rPr lang="zh-TW" altLang="en-US" sz="1200" dirty="0"/>
              <a:t>）</a:t>
            </a:r>
            <a:endParaRPr lang="en-US" altLang="zh-TW" sz="1200" dirty="0"/>
          </a:p>
          <a:p>
            <a:pPr algn="ctr"/>
            <a:r>
              <a:rPr lang="en-US" altLang="zh-TW" sz="1200" dirty="0" err="1"/>
              <a:t>AICc</a:t>
            </a:r>
            <a:r>
              <a:rPr lang="zh-TW" altLang="en-US" sz="1200" dirty="0"/>
              <a:t>（</a:t>
            </a:r>
            <a:r>
              <a:rPr lang="en-US" altLang="zh-TW" sz="1200" dirty="0"/>
              <a:t>Corrected Akaike Information Criterion</a:t>
            </a:r>
            <a:r>
              <a:rPr lang="zh-TW" altLang="en-US" sz="1200" dirty="0"/>
              <a:t>）</a:t>
            </a:r>
          </a:p>
        </p:txBody>
      </p:sp>
    </p:spTree>
    <p:extLst>
      <p:ext uri="{BB962C8B-B14F-4D97-AF65-F5344CB8AC3E}">
        <p14:creationId xmlns:p14="http://schemas.microsoft.com/office/powerpoint/2010/main" val="15547130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564A-7A99-F203-F360-17D7316608F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46000019-FFA8-F0D3-1E2B-ECD49D08BA44}"/>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1DBECCC6-C514-8F0A-EC81-BCBD5FB3A71D}"/>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17B3AC6-A891-6CC1-F0E0-788D45DD17A7}"/>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58453A3B-D183-8875-33E9-B46C781AE72B}"/>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ECA9B14D-E75A-46D1-5855-AF593AF36BCB}"/>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A3587D65-306C-E1E5-2848-8A3709E78D97}"/>
              </a:ext>
            </a:extLst>
          </p:cNvPr>
          <p:cNvSpPr txBox="1">
            <a:spLocks noChangeArrowheads="1"/>
          </p:cNvSpPr>
          <p:nvPr/>
        </p:nvSpPr>
        <p:spPr bwMode="auto">
          <a:xfrm>
            <a:off x="1344156" y="354451"/>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模型架構</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9270C429-CF85-92DB-D5AC-D6C249434A38}"/>
              </a:ext>
            </a:extLst>
          </p:cNvPr>
          <p:cNvCxnSpPr>
            <a:cxnSpLocks/>
            <a:endCxn id="12" idx="3"/>
          </p:cNvCxnSpPr>
          <p:nvPr/>
        </p:nvCxnSpPr>
        <p:spPr>
          <a:xfrm flipH="1" flipV="1">
            <a:off x="3039291" y="616061"/>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5D22D8C-04D1-ADD0-BB4B-DFAE3D20DE4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118F5687-C6A2-2716-1745-28BFD024DE5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10</a:t>
            </a:fld>
            <a:endParaRPr lang="en-US" altLang="zh-CN" sz="1400" dirty="0">
              <a:solidFill>
                <a:schemeClr val="bg1"/>
              </a:solidFill>
              <a:latin typeface="微软雅黑" pitchFamily="34" charset="-122"/>
              <a:ea typeface="微软雅黑" pitchFamily="34" charset="-122"/>
            </a:endParaRPr>
          </a:p>
        </p:txBody>
      </p:sp>
      <p:sp>
        <p:nvSpPr>
          <p:cNvPr id="2" name="矩形 1">
            <a:extLst>
              <a:ext uri="{FF2B5EF4-FFF2-40B4-BE49-F238E27FC236}">
                <a16:creationId xmlns:a16="http://schemas.microsoft.com/office/drawing/2014/main" id="{B2C883CF-2965-F663-9D93-039CDCE2B581}"/>
              </a:ext>
            </a:extLst>
          </p:cNvPr>
          <p:cNvSpPr/>
          <p:nvPr/>
        </p:nvSpPr>
        <p:spPr>
          <a:xfrm>
            <a:off x="457226" y="5666728"/>
            <a:ext cx="1437573" cy="66705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1</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en-US" altLang="zh-TW" sz="1600" b="1" dirty="0">
                <a:solidFill>
                  <a:srgbClr val="FF0000"/>
                </a:solidFill>
                <a:latin typeface="微軟正黑體" panose="020B0604030504040204" pitchFamily="34" charset="-120"/>
                <a:ea typeface="微軟正黑體" panose="020B0604030504040204" pitchFamily="34" charset="-120"/>
              </a:rPr>
              <a:t>DVH</a:t>
            </a:r>
            <a:r>
              <a:rPr lang="zh-TW" altLang="en-US" sz="1600" b="1" dirty="0">
                <a:solidFill>
                  <a:srgbClr val="FF0000"/>
                </a:solidFill>
                <a:latin typeface="微軟正黑體" panose="020B0604030504040204" pitchFamily="34" charset="-120"/>
                <a:ea typeface="微軟正黑體" panose="020B0604030504040204" pitchFamily="34" charset="-120"/>
              </a:rPr>
              <a:t>參數</a:t>
            </a:r>
          </a:p>
        </p:txBody>
      </p:sp>
      <p:sp>
        <p:nvSpPr>
          <p:cNvPr id="17" name="文字方塊 16">
            <a:extLst>
              <a:ext uri="{FF2B5EF4-FFF2-40B4-BE49-F238E27FC236}">
                <a16:creationId xmlns:a16="http://schemas.microsoft.com/office/drawing/2014/main" id="{357D3E92-7C9D-0C04-B263-36BCE744AA4A}"/>
              </a:ext>
            </a:extLst>
          </p:cNvPr>
          <p:cNvSpPr txBox="1"/>
          <p:nvPr/>
        </p:nvSpPr>
        <p:spPr>
          <a:xfrm>
            <a:off x="684202" y="5239052"/>
            <a:ext cx="1188562" cy="369332"/>
          </a:xfrm>
          <a:prstGeom prst="rect">
            <a:avLst/>
          </a:prstGeom>
          <a:noFill/>
        </p:spPr>
        <p:txBody>
          <a:bodyPr wrap="square">
            <a:spAutoFit/>
          </a:bodyPr>
          <a:lstStyle/>
          <a:p>
            <a:r>
              <a:rPr lang="en-US" altLang="zh-TW" b="0" i="0" dirty="0">
                <a:solidFill>
                  <a:srgbClr val="1F1F1F"/>
                </a:solidFill>
                <a:effectLst/>
                <a:latin typeface="ElsevierGulliver"/>
              </a:rPr>
              <a:t>V </a:t>
            </a:r>
            <a:r>
              <a:rPr lang="en-US" altLang="zh-TW" b="0" i="0" baseline="-25000" dirty="0">
                <a:solidFill>
                  <a:srgbClr val="1F1F1F"/>
                </a:solidFill>
                <a:effectLst/>
                <a:latin typeface="ElsevierGulliver"/>
              </a:rPr>
              <a:t>37 Gy[RBE]</a:t>
            </a:r>
            <a:endParaRPr lang="zh-TW" altLang="en-US" dirty="0"/>
          </a:p>
        </p:txBody>
      </p:sp>
      <p:cxnSp>
        <p:nvCxnSpPr>
          <p:cNvPr id="21" name="直線單箭頭接點 20">
            <a:extLst>
              <a:ext uri="{FF2B5EF4-FFF2-40B4-BE49-F238E27FC236}">
                <a16:creationId xmlns:a16="http://schemas.microsoft.com/office/drawing/2014/main" id="{D73125DF-1FE3-0B44-4637-362CB3439168}"/>
              </a:ext>
            </a:extLst>
          </p:cNvPr>
          <p:cNvCxnSpPr>
            <a:cxnSpLocks/>
          </p:cNvCxnSpPr>
          <p:nvPr/>
        </p:nvCxnSpPr>
        <p:spPr>
          <a:xfrm>
            <a:off x="2191723" y="6059694"/>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131801B7-F6A9-71BD-967A-B0C120152133}"/>
                  </a:ext>
                </a:extLst>
              </p:cNvPr>
              <p:cNvSpPr txBox="1"/>
              <p:nvPr/>
            </p:nvSpPr>
            <p:spPr>
              <a:xfrm>
                <a:off x="9138240" y="5777825"/>
                <a:ext cx="2558136" cy="529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dirty="0" smtClean="0"/>
                        <m:t>NTCP</m:t>
                      </m:r>
                      <m:r>
                        <a:rPr lang="en-US" altLang="zh-TW"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𝑅𝑖𝑠𝑘𝑆𝑐𝑜𝑟𝑒𝑠</m:t>
                              </m:r>
                              <m:r>
                                <a:rPr lang="en-US" altLang="zh-TW" b="0" i="1" smtClean="0">
                                  <a:latin typeface="Cambria Math" panose="02040503050406030204" pitchFamily="18" charset="0"/>
                                </a:rPr>
                                <m:t>)</m:t>
                              </m:r>
                            </m:sup>
                          </m:sSup>
                        </m:den>
                      </m:f>
                    </m:oMath>
                  </m:oMathPara>
                </a14:m>
                <a:endParaRPr lang="zh-TW" altLang="en-US" dirty="0"/>
              </a:p>
            </p:txBody>
          </p:sp>
        </mc:Choice>
        <mc:Fallback xmlns="">
          <p:sp>
            <p:nvSpPr>
              <p:cNvPr id="24" name="文字方塊 23">
                <a:extLst>
                  <a:ext uri="{FF2B5EF4-FFF2-40B4-BE49-F238E27FC236}">
                    <a16:creationId xmlns:a16="http://schemas.microsoft.com/office/drawing/2014/main" id="{131801B7-F6A9-71BD-967A-B0C120152133}"/>
                  </a:ext>
                </a:extLst>
              </p:cNvPr>
              <p:cNvSpPr txBox="1">
                <a:spLocks noRot="1" noChangeAspect="1" noMove="1" noResize="1" noEditPoints="1" noAdjustHandles="1" noChangeArrowheads="1" noChangeShapeType="1" noTextEdit="1"/>
              </p:cNvSpPr>
              <p:nvPr/>
            </p:nvSpPr>
            <p:spPr>
              <a:xfrm>
                <a:off x="9138240" y="5777825"/>
                <a:ext cx="2558136" cy="52969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53CA4937-AC9F-2716-3C68-DBF8E0AD1832}"/>
                  </a:ext>
                </a:extLst>
              </p:cNvPr>
              <p:cNvSpPr txBox="1"/>
              <p:nvPr/>
            </p:nvSpPr>
            <p:spPr>
              <a:xfrm>
                <a:off x="5691270" y="5858008"/>
                <a:ext cx="3150046" cy="369332"/>
              </a:xfrm>
              <a:prstGeom prst="rect">
                <a:avLst/>
              </a:prstGeom>
              <a:noFill/>
            </p:spPr>
            <p:txBody>
              <a:bodyPr wrap="square">
                <a:spAutoFit/>
              </a:bodyPr>
              <a:lstStyle/>
              <a:p>
                <a14:m>
                  <m:oMath xmlns:m="http://schemas.openxmlformats.org/officeDocument/2006/math">
                    <m:r>
                      <a:rPr lang="en-US" altLang="zh-TW" i="1" smtClean="0">
                        <a:latin typeface="Cambria Math" panose="02040503050406030204" pitchFamily="18" charset="0"/>
                      </a:rPr>
                      <m:t>𝑅𝑖𝑠𝑘𝑆𝑐𝑜𝑟𝑒𝑠</m:t>
                    </m:r>
                    <m:r>
                      <a:rPr lang="en-US" altLang="zh-TW" b="0" i="1" dirty="0" smtClean="0">
                        <a:latin typeface="Cambria Math" panose="02040503050406030204" pitchFamily="18" charset="0"/>
                      </a:rPr>
                      <m:t>= </m:t>
                    </m:r>
                    <m:sSub>
                      <m:sSubPr>
                        <m:ctrlPr>
                          <a:rPr lang="en-US" altLang="zh-TW" i="1" dirty="0" smtClean="0">
                            <a:latin typeface="Cambria Math" panose="02040503050406030204" pitchFamily="18" charset="0"/>
                          </a:rPr>
                        </m:ctrlPr>
                      </m:sSubPr>
                      <m:e>
                        <m:r>
                          <a:rPr lang="el-GR" altLang="zh-TW" i="1" dirty="0">
                            <a:latin typeface="Cambria Math" panose="02040503050406030204" pitchFamily="18" charset="0"/>
                          </a:rPr>
                          <m:t>𝛽</m:t>
                        </m:r>
                      </m:e>
                      <m:sub>
                        <m:r>
                          <a:rPr lang="en-US" altLang="zh-TW" b="0" i="1" dirty="0" smtClean="0">
                            <a:latin typeface="Cambria Math" panose="02040503050406030204" pitchFamily="18" charset="0"/>
                          </a:rPr>
                          <m:t>0+</m:t>
                        </m:r>
                      </m:sub>
                    </m:sSub>
                  </m:oMath>
                </a14:m>
                <a:r>
                  <a:rPr lang="en-US" altLang="zh-TW" dirty="0"/>
                  <a:t> </a:t>
                </a:r>
                <a14:m>
                  <m:oMath xmlns:m="http://schemas.openxmlformats.org/officeDocument/2006/math">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b="0" i="1" dirty="0" smtClean="0">
                            <a:latin typeface="Cambria Math" panose="02040503050406030204" pitchFamily="18" charset="0"/>
                          </a:rPr>
                          <m:t>1</m:t>
                        </m:r>
                      </m:sub>
                    </m:sSub>
                    <m:sSub>
                      <m:sSubPr>
                        <m:ctrlPr>
                          <a:rPr lang="en-US" altLang="zh-TW" i="1" dirty="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1</m:t>
                        </m:r>
                      </m:sub>
                    </m:sSub>
                  </m:oMath>
                </a14:m>
                <a:endParaRPr lang="zh-TW" altLang="en-US" dirty="0"/>
              </a:p>
            </p:txBody>
          </p:sp>
        </mc:Choice>
        <mc:Fallback xmlns="">
          <p:sp>
            <p:nvSpPr>
              <p:cNvPr id="28" name="文字方塊 27">
                <a:extLst>
                  <a:ext uri="{FF2B5EF4-FFF2-40B4-BE49-F238E27FC236}">
                    <a16:creationId xmlns:a16="http://schemas.microsoft.com/office/drawing/2014/main" id="{53CA4937-AC9F-2716-3C68-DBF8E0AD1832}"/>
                  </a:ext>
                </a:extLst>
              </p:cNvPr>
              <p:cNvSpPr txBox="1">
                <a:spLocks noRot="1" noChangeAspect="1" noMove="1" noResize="1" noEditPoints="1" noAdjustHandles="1" noChangeArrowheads="1" noChangeShapeType="1" noTextEdit="1"/>
              </p:cNvSpPr>
              <p:nvPr/>
            </p:nvSpPr>
            <p:spPr>
              <a:xfrm>
                <a:off x="5691270" y="5858008"/>
                <a:ext cx="3150046" cy="369332"/>
              </a:xfrm>
              <a:prstGeom prst="rect">
                <a:avLst/>
              </a:prstGeom>
              <a:blipFill>
                <a:blip r:embed="rId4"/>
                <a:stretch>
                  <a:fillRect b="-11475"/>
                </a:stretch>
              </a:blipFill>
            </p:spPr>
            <p:txBody>
              <a:bodyPr/>
              <a:lstStyle/>
              <a:p>
                <a:r>
                  <a:rPr lang="zh-TW" altLang="en-US">
                    <a:noFill/>
                  </a:rPr>
                  <a:t> </a:t>
                </a:r>
              </a:p>
            </p:txBody>
          </p:sp>
        </mc:Fallback>
      </mc:AlternateContent>
      <p:sp>
        <p:nvSpPr>
          <p:cNvPr id="32" name="矩形 31">
            <a:extLst>
              <a:ext uri="{FF2B5EF4-FFF2-40B4-BE49-F238E27FC236}">
                <a16:creationId xmlns:a16="http://schemas.microsoft.com/office/drawing/2014/main" id="{C3661681-162B-EC46-2AE6-1A3C9AF78415}"/>
              </a:ext>
            </a:extLst>
          </p:cNvPr>
          <p:cNvSpPr/>
          <p:nvPr/>
        </p:nvSpPr>
        <p:spPr>
          <a:xfrm>
            <a:off x="3110827" y="5769726"/>
            <a:ext cx="1479357" cy="579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rgbClr val="1F1F1F"/>
                </a:solidFill>
                <a:latin typeface="微軟正黑體" panose="020B0604030504040204" pitchFamily="34" charset="-120"/>
                <a:ea typeface="微軟正黑體" panose="020B0604030504040204" pitchFamily="34" charset="-120"/>
              </a:rPr>
              <a:t>COX</a:t>
            </a:r>
            <a:r>
              <a:rPr lang="zh-TW" altLang="en-US" sz="1400" b="1" dirty="0">
                <a:solidFill>
                  <a:srgbClr val="1F1F1F"/>
                </a:solidFill>
                <a:latin typeface="微軟正黑體" panose="020B0604030504040204" pitchFamily="34" charset="-120"/>
                <a:ea typeface="微軟正黑體" panose="020B0604030504040204" pitchFamily="34" charset="-120"/>
              </a:rPr>
              <a:t>邏輯回歸</a:t>
            </a:r>
          </a:p>
        </p:txBody>
      </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599E2DA-493A-FFB7-A589-FEC379966394}"/>
                  </a:ext>
                </a:extLst>
              </p:cNvPr>
              <p:cNvSpPr txBox="1"/>
              <p:nvPr/>
            </p:nvSpPr>
            <p:spPr>
              <a:xfrm>
                <a:off x="3039291" y="5397138"/>
                <a:ext cx="2651979"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計算每個特徵的權重</a:t>
                </a:r>
                <a:r>
                  <a:rPr lang="en-US" altLang="zh-TW" sz="1200" dirty="0">
                    <a:solidFill>
                      <a:srgbClr val="FF0000"/>
                    </a:solidFill>
                    <a:latin typeface="微軟正黑體" panose="020B0604030504040204" pitchFamily="34" charset="-120"/>
                    <a:ea typeface="微軟正黑體" panose="020B0604030504040204" pitchFamily="34" charset="-120"/>
                  </a:rPr>
                  <a:t>(</a:t>
                </a:r>
                <a14:m>
                  <m:oMath xmlns:m="http://schemas.openxmlformats.org/officeDocument/2006/math">
                    <m:r>
                      <a:rPr lang="el-GR" altLang="zh-TW" sz="1200" i="1" dirty="0" smtClean="0">
                        <a:solidFill>
                          <a:srgbClr val="FF0000"/>
                        </a:solidFill>
                        <a:latin typeface="Cambria Math" panose="02040503050406030204" pitchFamily="18" charset="0"/>
                      </a:rPr>
                      <m:t>𝛽</m:t>
                    </m:r>
                  </m:oMath>
                </a14:m>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34" name="文字方塊 33">
                <a:extLst>
                  <a:ext uri="{FF2B5EF4-FFF2-40B4-BE49-F238E27FC236}">
                    <a16:creationId xmlns:a16="http://schemas.microsoft.com/office/drawing/2014/main" id="{9599E2DA-493A-FFB7-A589-FEC379966394}"/>
                  </a:ext>
                </a:extLst>
              </p:cNvPr>
              <p:cNvSpPr txBox="1">
                <a:spLocks noRot="1" noChangeAspect="1" noMove="1" noResize="1" noEditPoints="1" noAdjustHandles="1" noChangeArrowheads="1" noChangeShapeType="1" noTextEdit="1"/>
              </p:cNvSpPr>
              <p:nvPr/>
            </p:nvSpPr>
            <p:spPr>
              <a:xfrm>
                <a:off x="3039291" y="5397138"/>
                <a:ext cx="2651979" cy="276999"/>
              </a:xfrm>
              <a:prstGeom prst="rect">
                <a:avLst/>
              </a:prstGeom>
              <a:blipFill>
                <a:blip r:embed="rId5"/>
                <a:stretch>
                  <a:fillRect l="-230" t="-2174" b="-13043"/>
                </a:stretch>
              </a:blipFill>
            </p:spPr>
            <p:txBody>
              <a:bodyPr/>
              <a:lstStyle/>
              <a:p>
                <a:r>
                  <a:rPr lang="zh-TW" altLang="en-US">
                    <a:noFill/>
                  </a:rPr>
                  <a:t> </a:t>
                </a:r>
              </a:p>
            </p:txBody>
          </p:sp>
        </mc:Fallback>
      </mc:AlternateContent>
      <p:cxnSp>
        <p:nvCxnSpPr>
          <p:cNvPr id="39" name="直線接點 38">
            <a:extLst>
              <a:ext uri="{FF2B5EF4-FFF2-40B4-BE49-F238E27FC236}">
                <a16:creationId xmlns:a16="http://schemas.microsoft.com/office/drawing/2014/main" id="{5C0991BC-F4B5-7A80-26DD-178FD894CEE6}"/>
              </a:ext>
            </a:extLst>
          </p:cNvPr>
          <p:cNvCxnSpPr/>
          <p:nvPr/>
        </p:nvCxnSpPr>
        <p:spPr>
          <a:xfrm>
            <a:off x="0" y="4694548"/>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文字方塊 39">
            <a:extLst>
              <a:ext uri="{FF2B5EF4-FFF2-40B4-BE49-F238E27FC236}">
                <a16:creationId xmlns:a16="http://schemas.microsoft.com/office/drawing/2014/main" id="{ED3C9C08-4F8F-8D6C-68F3-5E2DE759A362}"/>
              </a:ext>
            </a:extLst>
          </p:cNvPr>
          <p:cNvSpPr txBox="1"/>
          <p:nvPr/>
        </p:nvSpPr>
        <p:spPr>
          <a:xfrm>
            <a:off x="96314" y="4747413"/>
            <a:ext cx="1348033" cy="369332"/>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DVH</a:t>
            </a:r>
            <a:r>
              <a:rPr lang="zh-TW" altLang="en-US" b="1" dirty="0">
                <a:latin typeface="微軟正黑體" panose="020B0604030504040204" pitchFamily="34" charset="-120"/>
                <a:ea typeface="微軟正黑體" panose="020B0604030504040204" pitchFamily="34" charset="-120"/>
              </a:rPr>
              <a:t>模型</a:t>
            </a:r>
          </a:p>
        </p:txBody>
      </p:sp>
      <p:cxnSp>
        <p:nvCxnSpPr>
          <p:cNvPr id="41" name="直線單箭頭接點 40">
            <a:extLst>
              <a:ext uri="{FF2B5EF4-FFF2-40B4-BE49-F238E27FC236}">
                <a16:creationId xmlns:a16="http://schemas.microsoft.com/office/drawing/2014/main" id="{30C6E672-F47A-6066-64DA-65DA6C99AD64}"/>
              </a:ext>
            </a:extLst>
          </p:cNvPr>
          <p:cNvCxnSpPr>
            <a:cxnSpLocks/>
          </p:cNvCxnSpPr>
          <p:nvPr/>
        </p:nvCxnSpPr>
        <p:spPr>
          <a:xfrm>
            <a:off x="4706190" y="6043463"/>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0B857C38-E2B2-2E0A-C901-3052EBA6656B}"/>
              </a:ext>
            </a:extLst>
          </p:cNvPr>
          <p:cNvSpPr txBox="1"/>
          <p:nvPr/>
        </p:nvSpPr>
        <p:spPr>
          <a:xfrm>
            <a:off x="6364462" y="5427652"/>
            <a:ext cx="180366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計算風險分數</a:t>
            </a:r>
          </a:p>
        </p:txBody>
      </p:sp>
      <p:sp>
        <p:nvSpPr>
          <p:cNvPr id="43" name="文字方塊 42">
            <a:extLst>
              <a:ext uri="{FF2B5EF4-FFF2-40B4-BE49-F238E27FC236}">
                <a16:creationId xmlns:a16="http://schemas.microsoft.com/office/drawing/2014/main" id="{A816293E-70EC-B841-C15F-640C5FD572D1}"/>
              </a:ext>
            </a:extLst>
          </p:cNvPr>
          <p:cNvSpPr txBox="1"/>
          <p:nvPr/>
        </p:nvSpPr>
        <p:spPr>
          <a:xfrm>
            <a:off x="9457200" y="5397184"/>
            <a:ext cx="221153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預測某患者發生併發症的概率</a:t>
            </a:r>
          </a:p>
        </p:txBody>
      </p:sp>
      <p:sp>
        <p:nvSpPr>
          <p:cNvPr id="44" name="矩形 43">
            <a:extLst>
              <a:ext uri="{FF2B5EF4-FFF2-40B4-BE49-F238E27FC236}">
                <a16:creationId xmlns:a16="http://schemas.microsoft.com/office/drawing/2014/main" id="{39AD2BA8-0723-72A3-862F-F09EE0E2F2FA}"/>
              </a:ext>
            </a:extLst>
          </p:cNvPr>
          <p:cNvSpPr/>
          <p:nvPr/>
        </p:nvSpPr>
        <p:spPr>
          <a:xfrm>
            <a:off x="211925" y="3579213"/>
            <a:ext cx="1556223"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2</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zh-TW" altLang="en-US" sz="1600" b="1" dirty="0">
                <a:solidFill>
                  <a:srgbClr val="FF0000"/>
                </a:solidFill>
                <a:latin typeface="微軟正黑體" panose="020B0604030504040204" pitchFamily="34" charset="-120"/>
                <a:ea typeface="微軟正黑體" panose="020B0604030504040204" pitchFamily="34" charset="-120"/>
              </a:rPr>
              <a:t>劑量組學</a:t>
            </a:r>
            <a:r>
              <a:rPr lang="zh-TW" altLang="en-US" sz="1600" b="1" dirty="0">
                <a:solidFill>
                  <a:srgbClr val="1F1F1F"/>
                </a:solidFill>
                <a:latin typeface="微軟正黑體" panose="020B0604030504040204" pitchFamily="34" charset="-120"/>
                <a:ea typeface="微軟正黑體" panose="020B0604030504040204" pitchFamily="34" charset="-120"/>
              </a:rPr>
              <a:t>特徵</a:t>
            </a:r>
          </a:p>
        </p:txBody>
      </p:sp>
      <p:cxnSp>
        <p:nvCxnSpPr>
          <p:cNvPr id="46" name="直線單箭頭接點 45">
            <a:extLst>
              <a:ext uri="{FF2B5EF4-FFF2-40B4-BE49-F238E27FC236}">
                <a16:creationId xmlns:a16="http://schemas.microsoft.com/office/drawing/2014/main" id="{D5E46E12-DD4C-B4BD-7513-F53EB5FC8436}"/>
              </a:ext>
            </a:extLst>
          </p:cNvPr>
          <p:cNvCxnSpPr>
            <a:cxnSpLocks/>
          </p:cNvCxnSpPr>
          <p:nvPr/>
        </p:nvCxnSpPr>
        <p:spPr>
          <a:xfrm>
            <a:off x="1999096" y="3972180"/>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D213BFC1-261E-99AC-ADF9-58E0E9616DBE}"/>
                  </a:ext>
                </a:extLst>
              </p:cNvPr>
              <p:cNvSpPr txBox="1"/>
              <p:nvPr/>
            </p:nvSpPr>
            <p:spPr>
              <a:xfrm>
                <a:off x="8945613" y="3690311"/>
                <a:ext cx="2558136" cy="529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dirty="0" smtClean="0"/>
                        <m:t>NTCP</m:t>
                      </m:r>
                      <m:r>
                        <a:rPr lang="en-US" altLang="zh-TW"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𝑅𝑖𝑠𝑘𝑆𝑐𝑜𝑟𝑒𝑠</m:t>
                              </m:r>
                              <m:r>
                                <a:rPr lang="en-US" altLang="zh-TW" b="0" i="1" smtClean="0">
                                  <a:latin typeface="Cambria Math" panose="02040503050406030204" pitchFamily="18" charset="0"/>
                                </a:rPr>
                                <m:t>)</m:t>
                              </m:r>
                            </m:sup>
                          </m:sSup>
                        </m:den>
                      </m:f>
                    </m:oMath>
                  </m:oMathPara>
                </a14:m>
                <a:endParaRPr lang="zh-TW" altLang="en-US" dirty="0"/>
              </a:p>
            </p:txBody>
          </p:sp>
        </mc:Choice>
        <mc:Fallback xmlns="">
          <p:sp>
            <p:nvSpPr>
              <p:cNvPr id="47" name="文字方塊 46">
                <a:extLst>
                  <a:ext uri="{FF2B5EF4-FFF2-40B4-BE49-F238E27FC236}">
                    <a16:creationId xmlns:a16="http://schemas.microsoft.com/office/drawing/2014/main" id="{D213BFC1-261E-99AC-ADF9-58E0E9616DBE}"/>
                  </a:ext>
                </a:extLst>
              </p:cNvPr>
              <p:cNvSpPr txBox="1">
                <a:spLocks noRot="1" noChangeAspect="1" noMove="1" noResize="1" noEditPoints="1" noAdjustHandles="1" noChangeArrowheads="1" noChangeShapeType="1" noTextEdit="1"/>
              </p:cNvSpPr>
              <p:nvPr/>
            </p:nvSpPr>
            <p:spPr>
              <a:xfrm>
                <a:off x="8945613" y="3690311"/>
                <a:ext cx="2558136" cy="52969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B53E66C8-2817-9EA1-275B-A3DE45F34EA8}"/>
                  </a:ext>
                </a:extLst>
              </p:cNvPr>
              <p:cNvSpPr txBox="1"/>
              <p:nvPr/>
            </p:nvSpPr>
            <p:spPr>
              <a:xfrm>
                <a:off x="5394346" y="3732467"/>
                <a:ext cx="315004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𝑅𝑖𝑠𝑘𝑆𝑐𝑜𝑟𝑒𝑠</m:t>
                      </m:r>
                      <m:r>
                        <a:rPr lang="en-US" altLang="zh-TW" b="0" i="1" dirty="0" smtClean="0">
                          <a:latin typeface="Cambria Math" panose="02040503050406030204" pitchFamily="18" charset="0"/>
                        </a:rPr>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0</m:t>
                          </m:r>
                        </m:sub>
                      </m:sSub>
                      <m:r>
                        <a:rPr lang="zh-TW" altLang="en-US" i="1" dirty="0">
                          <a:latin typeface="Cambria Math" panose="02040503050406030204" pitchFamily="18" charset="0"/>
                        </a:rPr>
                        <m:t> </m:t>
                      </m:r>
                      <m:r>
                        <m:rPr>
                          <m:nor/>
                        </m:rPr>
                        <a:rPr lang="en-US" altLang="zh-TW" dirty="0"/>
                        <m:t>+ </m:t>
                      </m:r>
                      <m:sSub>
                        <m:sSubPr>
                          <m:ctrlPr>
                            <a:rPr lang="en-US" altLang="zh-TW" i="1" dirty="0">
                              <a:latin typeface="Cambria Math" panose="02040503050406030204" pitchFamily="18" charset="0"/>
                            </a:rPr>
                          </m:ctrlPr>
                        </m:sSubPr>
                        <m:e>
                          <m:r>
                            <a:rPr lang="el-GR" altLang="zh-TW" dirty="0">
                              <a:latin typeface="Cambria Math" panose="02040503050406030204" pitchFamily="18" charset="0"/>
                            </a:rPr>
                            <m:t>𝛽</m:t>
                          </m:r>
                        </m:e>
                        <m:sub>
                          <m:r>
                            <a:rPr lang="en-US" altLang="zh-TW" dirty="0">
                              <a:latin typeface="Cambria Math" panose="02040503050406030204" pitchFamily="18" charset="0"/>
                            </a:rPr>
                            <m:t>1</m:t>
                          </m:r>
                        </m:sub>
                      </m:sSub>
                      <m:sSub>
                        <m:sSubPr>
                          <m:ctrlPr>
                            <a:rPr lang="en-US" altLang="zh-TW" i="1" dirty="0">
                              <a:latin typeface="Cambria Math" panose="02040503050406030204" pitchFamily="18" charset="0"/>
                            </a:rPr>
                          </m:ctrlPr>
                        </m:sSubPr>
                        <m:e>
                          <m:r>
                            <a:rPr lang="en-US" altLang="zh-TW" dirty="0">
                              <a:latin typeface="Cambria Math" panose="02040503050406030204" pitchFamily="18" charset="0"/>
                            </a:rPr>
                            <m:t>𝑥</m:t>
                          </m:r>
                        </m:e>
                        <m:sub>
                          <m:r>
                            <a:rPr lang="en-US" altLang="zh-TW" dirty="0">
                              <a:latin typeface="Cambria Math" panose="02040503050406030204" pitchFamily="18" charset="0"/>
                            </a:rPr>
                            <m:t>1</m:t>
                          </m:r>
                        </m:sub>
                      </m:sSub>
                      <m:r>
                        <m:rPr>
                          <m:nor/>
                        </m:rPr>
                        <a:rPr lang="en-US" altLang="zh-TW" dirty="0"/>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2</m:t>
                          </m:r>
                        </m:sub>
                      </m:sSub>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2</m:t>
                          </m:r>
                        </m:sub>
                      </m:sSub>
                    </m:oMath>
                  </m:oMathPara>
                </a14:m>
                <a:endParaRPr lang="zh-TW" altLang="en-US" dirty="0"/>
              </a:p>
            </p:txBody>
          </p:sp>
        </mc:Choice>
        <mc:Fallback xmlns="">
          <p:sp>
            <p:nvSpPr>
              <p:cNvPr id="48" name="文字方塊 47">
                <a:extLst>
                  <a:ext uri="{FF2B5EF4-FFF2-40B4-BE49-F238E27FC236}">
                    <a16:creationId xmlns:a16="http://schemas.microsoft.com/office/drawing/2014/main" id="{B53E66C8-2817-9EA1-275B-A3DE45F34EA8}"/>
                  </a:ext>
                </a:extLst>
              </p:cNvPr>
              <p:cNvSpPr txBox="1">
                <a:spLocks noRot="1" noChangeAspect="1" noMove="1" noResize="1" noEditPoints="1" noAdjustHandles="1" noChangeArrowheads="1" noChangeShapeType="1" noTextEdit="1"/>
              </p:cNvSpPr>
              <p:nvPr/>
            </p:nvSpPr>
            <p:spPr>
              <a:xfrm>
                <a:off x="5394346" y="3732467"/>
                <a:ext cx="3150046" cy="369332"/>
              </a:xfrm>
              <a:prstGeom prst="rect">
                <a:avLst/>
              </a:prstGeom>
              <a:blipFill>
                <a:blip r:embed="rId7"/>
                <a:stretch>
                  <a:fillRect b="-13115"/>
                </a:stretch>
              </a:blipFill>
            </p:spPr>
            <p:txBody>
              <a:bodyPr/>
              <a:lstStyle/>
              <a:p>
                <a:r>
                  <a:rPr lang="zh-TW" altLang="en-US">
                    <a:noFill/>
                  </a:rPr>
                  <a:t> </a:t>
                </a:r>
              </a:p>
            </p:txBody>
          </p:sp>
        </mc:Fallback>
      </mc:AlternateContent>
      <p:sp>
        <p:nvSpPr>
          <p:cNvPr id="49" name="矩形 48">
            <a:extLst>
              <a:ext uri="{FF2B5EF4-FFF2-40B4-BE49-F238E27FC236}">
                <a16:creationId xmlns:a16="http://schemas.microsoft.com/office/drawing/2014/main" id="{327F03AB-A13E-BD78-C7CC-B55B4716D075}"/>
              </a:ext>
            </a:extLst>
          </p:cNvPr>
          <p:cNvSpPr/>
          <p:nvPr/>
        </p:nvSpPr>
        <p:spPr>
          <a:xfrm>
            <a:off x="2918200" y="3682212"/>
            <a:ext cx="1479357" cy="579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rgbClr val="1F1F1F"/>
                </a:solidFill>
                <a:latin typeface="微軟正黑體" panose="020B0604030504040204" pitchFamily="34" charset="-120"/>
                <a:ea typeface="微軟正黑體" panose="020B0604030504040204" pitchFamily="34" charset="-120"/>
              </a:rPr>
              <a:t>COX</a:t>
            </a:r>
            <a:r>
              <a:rPr lang="zh-TW" altLang="en-US" sz="1400" b="1" dirty="0">
                <a:solidFill>
                  <a:srgbClr val="1F1F1F"/>
                </a:solidFill>
                <a:latin typeface="微軟正黑體" panose="020B0604030504040204" pitchFamily="34" charset="-120"/>
                <a:ea typeface="微軟正黑體" panose="020B0604030504040204" pitchFamily="34" charset="-120"/>
              </a:rPr>
              <a:t>邏輯回歸</a:t>
            </a:r>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68AF33CA-C709-73F8-963F-1BFADA54EC63}"/>
                  </a:ext>
                </a:extLst>
              </p:cNvPr>
              <p:cNvSpPr txBox="1"/>
              <p:nvPr/>
            </p:nvSpPr>
            <p:spPr>
              <a:xfrm>
                <a:off x="2846664" y="3309624"/>
                <a:ext cx="2651979"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計算每個特徵的權重</a:t>
                </a:r>
                <a:r>
                  <a:rPr lang="en-US" altLang="zh-TW" sz="1200" dirty="0">
                    <a:solidFill>
                      <a:srgbClr val="FF0000"/>
                    </a:solidFill>
                    <a:latin typeface="微軟正黑體" panose="020B0604030504040204" pitchFamily="34" charset="-120"/>
                    <a:ea typeface="微軟正黑體" panose="020B0604030504040204" pitchFamily="34" charset="-120"/>
                  </a:rPr>
                  <a:t>(</a:t>
                </a:r>
                <a14:m>
                  <m:oMath xmlns:m="http://schemas.openxmlformats.org/officeDocument/2006/math">
                    <m:r>
                      <a:rPr lang="el-GR" altLang="zh-TW" sz="1200" i="1" dirty="0" smtClean="0">
                        <a:solidFill>
                          <a:srgbClr val="FF0000"/>
                        </a:solidFill>
                        <a:latin typeface="Cambria Math" panose="02040503050406030204" pitchFamily="18" charset="0"/>
                      </a:rPr>
                      <m:t>𝛽</m:t>
                    </m:r>
                  </m:oMath>
                </a14:m>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50" name="文字方塊 49">
                <a:extLst>
                  <a:ext uri="{FF2B5EF4-FFF2-40B4-BE49-F238E27FC236}">
                    <a16:creationId xmlns:a16="http://schemas.microsoft.com/office/drawing/2014/main" id="{68AF33CA-C709-73F8-963F-1BFADA54EC63}"/>
                  </a:ext>
                </a:extLst>
              </p:cNvPr>
              <p:cNvSpPr txBox="1">
                <a:spLocks noRot="1" noChangeAspect="1" noMove="1" noResize="1" noEditPoints="1" noAdjustHandles="1" noChangeArrowheads="1" noChangeShapeType="1" noTextEdit="1"/>
              </p:cNvSpPr>
              <p:nvPr/>
            </p:nvSpPr>
            <p:spPr>
              <a:xfrm>
                <a:off x="2846664" y="3309624"/>
                <a:ext cx="2651979" cy="276999"/>
              </a:xfrm>
              <a:prstGeom prst="rect">
                <a:avLst/>
              </a:prstGeom>
              <a:blipFill>
                <a:blip r:embed="rId8"/>
                <a:stretch>
                  <a:fillRect l="-230" t="-4444" b="-15556"/>
                </a:stretch>
              </a:blipFill>
            </p:spPr>
            <p:txBody>
              <a:bodyPr/>
              <a:lstStyle/>
              <a:p>
                <a:r>
                  <a:rPr lang="zh-TW" altLang="en-US">
                    <a:noFill/>
                  </a:rPr>
                  <a:t> </a:t>
                </a:r>
              </a:p>
            </p:txBody>
          </p:sp>
        </mc:Fallback>
      </mc:AlternateContent>
      <p:cxnSp>
        <p:nvCxnSpPr>
          <p:cNvPr id="51" name="直線單箭頭接點 50">
            <a:extLst>
              <a:ext uri="{FF2B5EF4-FFF2-40B4-BE49-F238E27FC236}">
                <a16:creationId xmlns:a16="http://schemas.microsoft.com/office/drawing/2014/main" id="{A67992BC-718B-80DD-C982-EAF7A1CDBFF3}"/>
              </a:ext>
            </a:extLst>
          </p:cNvPr>
          <p:cNvCxnSpPr>
            <a:cxnSpLocks/>
          </p:cNvCxnSpPr>
          <p:nvPr/>
        </p:nvCxnSpPr>
        <p:spPr>
          <a:xfrm>
            <a:off x="4513563" y="3955949"/>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830554C1-AA14-BC29-C638-D3F389CF7484}"/>
              </a:ext>
            </a:extLst>
          </p:cNvPr>
          <p:cNvSpPr txBox="1"/>
          <p:nvPr/>
        </p:nvSpPr>
        <p:spPr>
          <a:xfrm>
            <a:off x="6364462" y="3384007"/>
            <a:ext cx="180366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計算風險分數</a:t>
            </a:r>
          </a:p>
        </p:txBody>
      </p:sp>
      <p:sp>
        <p:nvSpPr>
          <p:cNvPr id="53" name="文字方塊 52">
            <a:extLst>
              <a:ext uri="{FF2B5EF4-FFF2-40B4-BE49-F238E27FC236}">
                <a16:creationId xmlns:a16="http://schemas.microsoft.com/office/drawing/2014/main" id="{25FA9E88-ACDE-AFE9-2E29-E717E32FB603}"/>
              </a:ext>
            </a:extLst>
          </p:cNvPr>
          <p:cNvSpPr txBox="1"/>
          <p:nvPr/>
        </p:nvSpPr>
        <p:spPr>
          <a:xfrm>
            <a:off x="9264573" y="3309670"/>
            <a:ext cx="221153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預測某患者發生併發症的概率</a:t>
            </a:r>
          </a:p>
        </p:txBody>
      </p:sp>
      <p:sp>
        <p:nvSpPr>
          <p:cNvPr id="54" name="矩形 53">
            <a:extLst>
              <a:ext uri="{FF2B5EF4-FFF2-40B4-BE49-F238E27FC236}">
                <a16:creationId xmlns:a16="http://schemas.microsoft.com/office/drawing/2014/main" id="{6852DF58-FEE6-36CB-5783-2368F230D859}"/>
              </a:ext>
            </a:extLst>
          </p:cNvPr>
          <p:cNvSpPr/>
          <p:nvPr/>
        </p:nvSpPr>
        <p:spPr>
          <a:xfrm>
            <a:off x="336135" y="1596177"/>
            <a:ext cx="1503549"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2</a:t>
            </a:r>
            <a:r>
              <a:rPr lang="zh-TW" altLang="en-US" sz="1600" b="1" i="0" dirty="0">
                <a:solidFill>
                  <a:srgbClr val="1F1F1F"/>
                </a:solidFill>
                <a:effectLst/>
                <a:latin typeface="微軟正黑體" panose="020B0604030504040204" pitchFamily="34" charset="-120"/>
                <a:ea typeface="微軟正黑體" panose="020B0604030504040204" pitchFamily="34" charset="-120"/>
              </a:rPr>
              <a:t>個</a:t>
            </a:r>
            <a:endParaRPr lang="en-US" altLang="zh-TW" sz="1600" b="1" i="0" dirty="0">
              <a:solidFill>
                <a:srgbClr val="1F1F1F"/>
              </a:solidFill>
              <a:effectLst/>
              <a:latin typeface="微軟正黑體" panose="020B0604030504040204" pitchFamily="34" charset="-120"/>
              <a:ea typeface="微軟正黑體" panose="020B0604030504040204" pitchFamily="34" charset="-120"/>
            </a:endParaRPr>
          </a:p>
          <a:p>
            <a:pPr algn="ctr"/>
            <a:r>
              <a:rPr lang="zh-TW" altLang="en-US" sz="1600" b="1" dirty="0">
                <a:solidFill>
                  <a:srgbClr val="FF0000"/>
                </a:solidFill>
                <a:latin typeface="微軟正黑體" panose="020B0604030504040204" pitchFamily="34" charset="-120"/>
                <a:ea typeface="微軟正黑體" panose="020B0604030504040204" pitchFamily="34" charset="-120"/>
              </a:rPr>
              <a:t>放射組學</a:t>
            </a:r>
            <a:r>
              <a:rPr lang="zh-TW" altLang="en-US" sz="1600" b="1" dirty="0">
                <a:solidFill>
                  <a:schemeClr val="tx1"/>
                </a:solidFill>
                <a:latin typeface="微軟正黑體" panose="020B0604030504040204" pitchFamily="34" charset="-120"/>
                <a:ea typeface="微軟正黑體" panose="020B0604030504040204" pitchFamily="34" charset="-120"/>
              </a:rPr>
              <a:t>特徵</a:t>
            </a:r>
            <a:endParaRPr lang="zh-TW" altLang="en-US" b="1" dirty="0">
              <a:solidFill>
                <a:schemeClr val="tx1"/>
              </a:solidFill>
              <a:latin typeface="微軟正黑體" panose="020B0604030504040204" pitchFamily="34" charset="-120"/>
              <a:ea typeface="微軟正黑體" panose="020B0604030504040204" pitchFamily="34" charset="-120"/>
            </a:endParaRPr>
          </a:p>
        </p:txBody>
      </p:sp>
      <p:cxnSp>
        <p:nvCxnSpPr>
          <p:cNvPr id="56" name="直線單箭頭接點 55">
            <a:extLst>
              <a:ext uri="{FF2B5EF4-FFF2-40B4-BE49-F238E27FC236}">
                <a16:creationId xmlns:a16="http://schemas.microsoft.com/office/drawing/2014/main" id="{1EBA644B-1927-1C9E-5D38-6726CC7F7242}"/>
              </a:ext>
            </a:extLst>
          </p:cNvPr>
          <p:cNvCxnSpPr>
            <a:cxnSpLocks/>
          </p:cNvCxnSpPr>
          <p:nvPr/>
        </p:nvCxnSpPr>
        <p:spPr>
          <a:xfrm>
            <a:off x="2070632" y="1989144"/>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0C02AD33-E727-A403-BEC1-E736D99FD5DE}"/>
                  </a:ext>
                </a:extLst>
              </p:cNvPr>
              <p:cNvSpPr txBox="1"/>
              <p:nvPr/>
            </p:nvSpPr>
            <p:spPr>
              <a:xfrm>
                <a:off x="9017149" y="1707275"/>
                <a:ext cx="2558136" cy="529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dirty="0" smtClean="0"/>
                        <m:t>NTCP</m:t>
                      </m:r>
                      <m:r>
                        <a:rPr lang="en-US" altLang="zh-TW"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𝑅𝑖𝑠𝑘𝑆𝑐𝑜𝑟𝑒𝑠</m:t>
                              </m:r>
                              <m:r>
                                <a:rPr lang="en-US" altLang="zh-TW" b="0" i="1" smtClean="0">
                                  <a:latin typeface="Cambria Math" panose="02040503050406030204" pitchFamily="18" charset="0"/>
                                </a:rPr>
                                <m:t>)</m:t>
                              </m:r>
                            </m:sup>
                          </m:sSup>
                        </m:den>
                      </m:f>
                    </m:oMath>
                  </m:oMathPara>
                </a14:m>
                <a:endParaRPr lang="zh-TW" altLang="en-US" dirty="0"/>
              </a:p>
            </p:txBody>
          </p:sp>
        </mc:Choice>
        <mc:Fallback xmlns="">
          <p:sp>
            <p:nvSpPr>
              <p:cNvPr id="57" name="文字方塊 56">
                <a:extLst>
                  <a:ext uri="{FF2B5EF4-FFF2-40B4-BE49-F238E27FC236}">
                    <a16:creationId xmlns:a16="http://schemas.microsoft.com/office/drawing/2014/main" id="{0C02AD33-E727-A403-BEC1-E736D99FD5DE}"/>
                  </a:ext>
                </a:extLst>
              </p:cNvPr>
              <p:cNvSpPr txBox="1">
                <a:spLocks noRot="1" noChangeAspect="1" noMove="1" noResize="1" noEditPoints="1" noAdjustHandles="1" noChangeArrowheads="1" noChangeShapeType="1" noTextEdit="1"/>
              </p:cNvSpPr>
              <p:nvPr/>
            </p:nvSpPr>
            <p:spPr>
              <a:xfrm>
                <a:off x="9017149" y="1707275"/>
                <a:ext cx="2558136" cy="529697"/>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B772BE99-E5AC-E283-ACD5-F8C44E0093BF}"/>
                  </a:ext>
                </a:extLst>
              </p:cNvPr>
              <p:cNvSpPr txBox="1"/>
              <p:nvPr/>
            </p:nvSpPr>
            <p:spPr>
              <a:xfrm>
                <a:off x="5570179" y="1787458"/>
                <a:ext cx="3150046" cy="369332"/>
              </a:xfrm>
              <a:prstGeom prst="rect">
                <a:avLst/>
              </a:prstGeom>
              <a:noFill/>
            </p:spPr>
            <p:txBody>
              <a:bodyPr wrap="square">
                <a:spAutoFit/>
              </a:bodyPr>
              <a:lstStyle/>
              <a:p>
                <a14:m>
                  <m:oMath xmlns:m="http://schemas.openxmlformats.org/officeDocument/2006/math">
                    <m:r>
                      <a:rPr lang="en-US" altLang="zh-TW" i="1" smtClean="0">
                        <a:latin typeface="Cambria Math" panose="02040503050406030204" pitchFamily="18" charset="0"/>
                      </a:rPr>
                      <m:t>𝑅𝑖𝑠𝑘𝑆𝑐𝑜𝑟𝑒𝑠</m:t>
                    </m:r>
                    <m:r>
                      <a:rPr lang="en-US" altLang="zh-TW" b="0" i="1" dirty="0" smtClean="0">
                        <a:latin typeface="Cambria Math" panose="02040503050406030204" pitchFamily="18" charset="0"/>
                      </a:rPr>
                      <m:t>= </m:t>
                    </m:r>
                    <m:sSub>
                      <m:sSubPr>
                        <m:ctrlPr>
                          <a:rPr lang="en-US" altLang="zh-TW" i="1" dirty="0" smtClean="0">
                            <a:latin typeface="Cambria Math" panose="02040503050406030204" pitchFamily="18" charset="0"/>
                          </a:rPr>
                        </m:ctrlPr>
                      </m:sSubPr>
                      <m:e>
                        <m:r>
                          <a:rPr lang="el-GR" altLang="zh-TW" i="1" dirty="0">
                            <a:latin typeface="Cambria Math" panose="02040503050406030204" pitchFamily="18" charset="0"/>
                          </a:rPr>
                          <m:t>𝛽</m:t>
                        </m:r>
                      </m:e>
                      <m:sub>
                        <m:r>
                          <a:rPr lang="en-US" altLang="zh-TW" b="0" i="1" dirty="0" smtClean="0">
                            <a:latin typeface="Cambria Math" panose="02040503050406030204" pitchFamily="18" charset="0"/>
                          </a:rPr>
                          <m:t>0</m:t>
                        </m:r>
                      </m:sub>
                    </m:sSub>
                    <m:r>
                      <a:rPr lang="zh-TW" altLang="en-US" i="1" dirty="0">
                        <a:latin typeface="Cambria Math" panose="02040503050406030204" pitchFamily="18" charset="0"/>
                      </a:rPr>
                      <m:t> </m:t>
                    </m:r>
                  </m:oMath>
                </a14:m>
                <a:r>
                  <a:rPr lang="en-US" altLang="zh-TW" dirty="0"/>
                  <a:t>+ </a:t>
                </a:r>
                <a14:m>
                  <m:oMath xmlns:m="http://schemas.openxmlformats.org/officeDocument/2006/math">
                    <m:sSub>
                      <m:sSubPr>
                        <m:ctrlPr>
                          <a:rPr lang="en-US" altLang="zh-TW" i="1" dirty="0">
                            <a:latin typeface="Cambria Math" panose="02040503050406030204" pitchFamily="18" charset="0"/>
                          </a:rPr>
                        </m:ctrlPr>
                      </m:sSubPr>
                      <m:e>
                        <m:r>
                          <a:rPr lang="el-GR" altLang="zh-TW" dirty="0">
                            <a:latin typeface="Cambria Math" panose="02040503050406030204" pitchFamily="18" charset="0"/>
                          </a:rPr>
                          <m:t>𝛽</m:t>
                        </m:r>
                      </m:e>
                      <m:sub>
                        <m:r>
                          <a:rPr lang="en-US" altLang="zh-TW" dirty="0">
                            <a:latin typeface="Cambria Math" panose="02040503050406030204" pitchFamily="18" charset="0"/>
                          </a:rPr>
                          <m:t>1</m:t>
                        </m:r>
                      </m:sub>
                    </m:sSub>
                    <m:sSub>
                      <m:sSubPr>
                        <m:ctrlPr>
                          <a:rPr lang="en-US" altLang="zh-TW" i="1" dirty="0">
                            <a:latin typeface="Cambria Math" panose="02040503050406030204" pitchFamily="18" charset="0"/>
                          </a:rPr>
                        </m:ctrlPr>
                      </m:sSubPr>
                      <m:e>
                        <m:r>
                          <a:rPr lang="en-US" altLang="zh-TW" dirty="0">
                            <a:latin typeface="Cambria Math" panose="02040503050406030204" pitchFamily="18" charset="0"/>
                          </a:rPr>
                          <m:t>𝑥</m:t>
                        </m:r>
                      </m:e>
                      <m:sub>
                        <m:r>
                          <a:rPr lang="en-US" altLang="zh-TW" dirty="0">
                            <a:latin typeface="Cambria Math" panose="02040503050406030204" pitchFamily="18" charset="0"/>
                          </a:rPr>
                          <m:t>1</m:t>
                        </m:r>
                      </m:sub>
                    </m:sSub>
                    <m:r>
                      <m:rPr>
                        <m:nor/>
                      </m:rPr>
                      <a:rPr lang="en-US" altLang="zh-TW" dirty="0"/>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2</m:t>
                        </m:r>
                      </m:sub>
                    </m:sSub>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smtClean="0">
                            <a:latin typeface="Cambria Math" panose="02040503050406030204" pitchFamily="18" charset="0"/>
                          </a:rPr>
                          <m:t>2</m:t>
                        </m:r>
                      </m:sub>
                    </m:sSub>
                  </m:oMath>
                </a14:m>
                <a:endParaRPr lang="zh-TW" altLang="en-US" dirty="0"/>
              </a:p>
            </p:txBody>
          </p:sp>
        </mc:Choice>
        <mc:Fallback xmlns="">
          <p:sp>
            <p:nvSpPr>
              <p:cNvPr id="58" name="文字方塊 57">
                <a:extLst>
                  <a:ext uri="{FF2B5EF4-FFF2-40B4-BE49-F238E27FC236}">
                    <a16:creationId xmlns:a16="http://schemas.microsoft.com/office/drawing/2014/main" id="{B772BE99-E5AC-E283-ACD5-F8C44E0093BF}"/>
                  </a:ext>
                </a:extLst>
              </p:cNvPr>
              <p:cNvSpPr txBox="1">
                <a:spLocks noRot="1" noChangeAspect="1" noMove="1" noResize="1" noEditPoints="1" noAdjustHandles="1" noChangeArrowheads="1" noChangeShapeType="1" noTextEdit="1"/>
              </p:cNvSpPr>
              <p:nvPr/>
            </p:nvSpPr>
            <p:spPr>
              <a:xfrm>
                <a:off x="5570179" y="1787458"/>
                <a:ext cx="3150046" cy="369332"/>
              </a:xfrm>
              <a:prstGeom prst="rect">
                <a:avLst/>
              </a:prstGeom>
              <a:blipFill>
                <a:blip r:embed="rId10"/>
                <a:stretch>
                  <a:fillRect t="-8197" b="-24590"/>
                </a:stretch>
              </a:blipFill>
            </p:spPr>
            <p:txBody>
              <a:bodyPr/>
              <a:lstStyle/>
              <a:p>
                <a:r>
                  <a:rPr lang="zh-TW" altLang="en-US">
                    <a:noFill/>
                  </a:rPr>
                  <a:t> </a:t>
                </a:r>
              </a:p>
            </p:txBody>
          </p:sp>
        </mc:Fallback>
      </mc:AlternateContent>
      <p:sp>
        <p:nvSpPr>
          <p:cNvPr id="59" name="矩形 58">
            <a:extLst>
              <a:ext uri="{FF2B5EF4-FFF2-40B4-BE49-F238E27FC236}">
                <a16:creationId xmlns:a16="http://schemas.microsoft.com/office/drawing/2014/main" id="{90356854-6EA7-8D47-6C6D-4E1D91564909}"/>
              </a:ext>
            </a:extLst>
          </p:cNvPr>
          <p:cNvSpPr/>
          <p:nvPr/>
        </p:nvSpPr>
        <p:spPr>
          <a:xfrm>
            <a:off x="2989736" y="1699176"/>
            <a:ext cx="1479357" cy="579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rgbClr val="1F1F1F"/>
                </a:solidFill>
                <a:latin typeface="微軟正黑體" panose="020B0604030504040204" pitchFamily="34" charset="-120"/>
                <a:ea typeface="微軟正黑體" panose="020B0604030504040204" pitchFamily="34" charset="-120"/>
              </a:rPr>
              <a:t>COX</a:t>
            </a:r>
            <a:r>
              <a:rPr lang="zh-TW" altLang="en-US" sz="1400" b="1" dirty="0">
                <a:solidFill>
                  <a:srgbClr val="1F1F1F"/>
                </a:solidFill>
                <a:latin typeface="微軟正黑體" panose="020B0604030504040204" pitchFamily="34" charset="-120"/>
                <a:ea typeface="微軟正黑體" panose="020B0604030504040204" pitchFamily="34" charset="-120"/>
              </a:rPr>
              <a:t>邏輯回歸</a:t>
            </a:r>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AEBD4D73-9DEF-4625-4D72-60142FD090D2}"/>
                  </a:ext>
                </a:extLst>
              </p:cNvPr>
              <p:cNvSpPr txBox="1"/>
              <p:nvPr/>
            </p:nvSpPr>
            <p:spPr>
              <a:xfrm>
                <a:off x="2918200" y="1326588"/>
                <a:ext cx="2651979"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計算每個特徵的權重</a:t>
                </a:r>
                <a:r>
                  <a:rPr lang="en-US" altLang="zh-TW" sz="1200" dirty="0">
                    <a:solidFill>
                      <a:srgbClr val="FF0000"/>
                    </a:solidFill>
                    <a:latin typeface="微軟正黑體" panose="020B0604030504040204" pitchFamily="34" charset="-120"/>
                    <a:ea typeface="微軟正黑體" panose="020B0604030504040204" pitchFamily="34" charset="-120"/>
                  </a:rPr>
                  <a:t>(</a:t>
                </a:r>
                <a14:m>
                  <m:oMath xmlns:m="http://schemas.openxmlformats.org/officeDocument/2006/math">
                    <m:r>
                      <a:rPr lang="el-GR" altLang="zh-TW" sz="1200" i="1" dirty="0" smtClean="0">
                        <a:solidFill>
                          <a:srgbClr val="FF0000"/>
                        </a:solidFill>
                        <a:latin typeface="Cambria Math" panose="02040503050406030204" pitchFamily="18" charset="0"/>
                      </a:rPr>
                      <m:t>𝛽</m:t>
                    </m:r>
                  </m:oMath>
                </a14:m>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60" name="文字方塊 59">
                <a:extLst>
                  <a:ext uri="{FF2B5EF4-FFF2-40B4-BE49-F238E27FC236}">
                    <a16:creationId xmlns:a16="http://schemas.microsoft.com/office/drawing/2014/main" id="{AEBD4D73-9DEF-4625-4D72-60142FD090D2}"/>
                  </a:ext>
                </a:extLst>
              </p:cNvPr>
              <p:cNvSpPr txBox="1">
                <a:spLocks noRot="1" noChangeAspect="1" noMove="1" noResize="1" noEditPoints="1" noAdjustHandles="1" noChangeArrowheads="1" noChangeShapeType="1" noTextEdit="1"/>
              </p:cNvSpPr>
              <p:nvPr/>
            </p:nvSpPr>
            <p:spPr>
              <a:xfrm>
                <a:off x="2918200" y="1326588"/>
                <a:ext cx="2651979" cy="276999"/>
              </a:xfrm>
              <a:prstGeom prst="rect">
                <a:avLst/>
              </a:prstGeom>
              <a:blipFill>
                <a:blip r:embed="rId8"/>
                <a:stretch>
                  <a:fillRect l="-230" t="-4444" b="-15556"/>
                </a:stretch>
              </a:blipFill>
            </p:spPr>
            <p:txBody>
              <a:bodyPr/>
              <a:lstStyle/>
              <a:p>
                <a:r>
                  <a:rPr lang="zh-TW" altLang="en-US">
                    <a:noFill/>
                  </a:rPr>
                  <a:t> </a:t>
                </a:r>
              </a:p>
            </p:txBody>
          </p:sp>
        </mc:Fallback>
      </mc:AlternateContent>
      <p:cxnSp>
        <p:nvCxnSpPr>
          <p:cNvPr id="61" name="直線單箭頭接點 60">
            <a:extLst>
              <a:ext uri="{FF2B5EF4-FFF2-40B4-BE49-F238E27FC236}">
                <a16:creationId xmlns:a16="http://schemas.microsoft.com/office/drawing/2014/main" id="{61C6226A-C03C-FBFC-9481-E6C903489657}"/>
              </a:ext>
            </a:extLst>
          </p:cNvPr>
          <p:cNvCxnSpPr>
            <a:cxnSpLocks/>
          </p:cNvCxnSpPr>
          <p:nvPr/>
        </p:nvCxnSpPr>
        <p:spPr>
          <a:xfrm>
            <a:off x="4585099" y="1972913"/>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13D262E7-A9F7-8862-29B3-83EEC952413C}"/>
              </a:ext>
            </a:extLst>
          </p:cNvPr>
          <p:cNvSpPr txBox="1"/>
          <p:nvPr/>
        </p:nvSpPr>
        <p:spPr>
          <a:xfrm>
            <a:off x="6243371" y="1357102"/>
            <a:ext cx="180366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計算風險分數</a:t>
            </a:r>
          </a:p>
        </p:txBody>
      </p:sp>
      <p:sp>
        <p:nvSpPr>
          <p:cNvPr id="63" name="文字方塊 62">
            <a:extLst>
              <a:ext uri="{FF2B5EF4-FFF2-40B4-BE49-F238E27FC236}">
                <a16:creationId xmlns:a16="http://schemas.microsoft.com/office/drawing/2014/main" id="{FFADC897-184A-A00E-71BF-EA1DDC3F1083}"/>
              </a:ext>
            </a:extLst>
          </p:cNvPr>
          <p:cNvSpPr txBox="1"/>
          <p:nvPr/>
        </p:nvSpPr>
        <p:spPr>
          <a:xfrm>
            <a:off x="9336109" y="1326634"/>
            <a:ext cx="221153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預測某患者發生併發症的概率</a:t>
            </a:r>
          </a:p>
        </p:txBody>
      </p:sp>
      <p:cxnSp>
        <p:nvCxnSpPr>
          <p:cNvPr id="1024" name="直線接點 1023">
            <a:extLst>
              <a:ext uri="{FF2B5EF4-FFF2-40B4-BE49-F238E27FC236}">
                <a16:creationId xmlns:a16="http://schemas.microsoft.com/office/drawing/2014/main" id="{71E58DEE-5F87-C5F6-D2AC-9ED570F04260}"/>
              </a:ext>
            </a:extLst>
          </p:cNvPr>
          <p:cNvCxnSpPr/>
          <p:nvPr/>
        </p:nvCxnSpPr>
        <p:spPr>
          <a:xfrm>
            <a:off x="0" y="2725917"/>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25" name="文字方塊 1024">
            <a:extLst>
              <a:ext uri="{FF2B5EF4-FFF2-40B4-BE49-F238E27FC236}">
                <a16:creationId xmlns:a16="http://schemas.microsoft.com/office/drawing/2014/main" id="{AADCB042-EDDD-0670-5E53-B1B176BEF8AC}"/>
              </a:ext>
            </a:extLst>
          </p:cNvPr>
          <p:cNvSpPr txBox="1"/>
          <p:nvPr/>
        </p:nvSpPr>
        <p:spPr>
          <a:xfrm>
            <a:off x="112788" y="873810"/>
            <a:ext cx="2211532"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放射組學模型</a:t>
            </a:r>
          </a:p>
        </p:txBody>
      </p:sp>
      <p:sp>
        <p:nvSpPr>
          <p:cNvPr id="1027" name="文字方塊 1026">
            <a:extLst>
              <a:ext uri="{FF2B5EF4-FFF2-40B4-BE49-F238E27FC236}">
                <a16:creationId xmlns:a16="http://schemas.microsoft.com/office/drawing/2014/main" id="{F3D13776-B1E6-C528-D4B3-2F865F07856B}"/>
              </a:ext>
            </a:extLst>
          </p:cNvPr>
          <p:cNvSpPr txBox="1"/>
          <p:nvPr/>
        </p:nvSpPr>
        <p:spPr>
          <a:xfrm>
            <a:off x="76076" y="2835674"/>
            <a:ext cx="1763608"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劑量組學模型</a:t>
            </a:r>
          </a:p>
        </p:txBody>
      </p:sp>
      <p:sp>
        <p:nvSpPr>
          <p:cNvPr id="4" name="文字方塊 3">
            <a:extLst>
              <a:ext uri="{FF2B5EF4-FFF2-40B4-BE49-F238E27FC236}">
                <a16:creationId xmlns:a16="http://schemas.microsoft.com/office/drawing/2014/main" id="{6EE7B8D7-A9DB-F04C-324F-9C36E774371D}"/>
              </a:ext>
            </a:extLst>
          </p:cNvPr>
          <p:cNvSpPr txBox="1"/>
          <p:nvPr/>
        </p:nvSpPr>
        <p:spPr>
          <a:xfrm>
            <a:off x="4106492" y="718307"/>
            <a:ext cx="7369613" cy="369332"/>
          </a:xfrm>
          <a:prstGeom prst="rect">
            <a:avLst/>
          </a:prstGeom>
          <a:noFill/>
        </p:spPr>
        <p:txBody>
          <a:bodyPr wrap="square">
            <a:spAutoFit/>
          </a:bodyPr>
          <a:lstStyle/>
          <a:p>
            <a:r>
              <a:rPr lang="zh-TW" altLang="en-US" sz="1200" b="1" dirty="0">
                <a:latin typeface="微軟正黑體" panose="020B0604030504040204" pitchFamily="34" charset="-120"/>
                <a:ea typeface="微軟正黑體" panose="020B0604030504040204" pitchFamily="34" charset="-120"/>
              </a:rPr>
              <a:t>截距項 </a:t>
            </a:r>
            <a:r>
              <a:rPr lang="en-US" altLang="zh-TW" sz="1200" b="1" dirty="0">
                <a:latin typeface="微軟正黑體" panose="020B0604030504040204" pitchFamily="34" charset="-120"/>
                <a:ea typeface="微軟正黑體" panose="020B0604030504040204" pitchFamily="34" charset="-120"/>
              </a:rPr>
              <a:t>(β0​)</a:t>
            </a:r>
            <a:r>
              <a:rPr lang="zh-TW" altLang="en-US" sz="1200" b="1" dirty="0">
                <a:latin typeface="微軟正黑體" panose="020B0604030504040204" pitchFamily="34" charset="-120"/>
                <a:ea typeface="微軟正黑體" panose="020B0604030504040204" pitchFamily="34" charset="-120"/>
              </a:rPr>
              <a:t> </a:t>
            </a:r>
            <a:r>
              <a:rPr lang="en-US" altLang="zh-TW" sz="1200" b="1" dirty="0">
                <a:latin typeface="微軟正黑體" panose="020B0604030504040204" pitchFamily="34" charset="-120"/>
                <a:ea typeface="微軟正黑體" panose="020B0604030504040204" pitchFamily="34" charset="-120"/>
              </a:rPr>
              <a:t>:</a:t>
            </a:r>
            <a:r>
              <a:rPr lang="zh-TW" altLang="en-US" sz="1200" b="1"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模型的起點或基礎值。它的意思是：</a:t>
            </a:r>
            <a:r>
              <a:rPr lang="zh-TW" altLang="en-US" sz="1200" b="1" dirty="0">
                <a:latin typeface="微軟正黑體" panose="020B0604030504040204" pitchFamily="34" charset="-120"/>
                <a:ea typeface="微軟正黑體" panose="020B0604030504040204" pitchFamily="34" charset="-120"/>
              </a:rPr>
              <a:t>當所有特徵值都是零時，模型預測的概率是多少</a:t>
            </a:r>
            <a:r>
              <a:rPr lang="zh-TW" altLang="en-US" dirty="0"/>
              <a:t>。</a:t>
            </a:r>
          </a:p>
        </p:txBody>
      </p:sp>
    </p:spTree>
    <p:extLst>
      <p:ext uri="{BB962C8B-B14F-4D97-AF65-F5344CB8AC3E}">
        <p14:creationId xmlns:p14="http://schemas.microsoft.com/office/powerpoint/2010/main" val="23219345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9597-0CC7-C960-0F0B-1202B1D83E5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7063DEDB-36BA-96A6-D23F-B1C5ACA6201D}"/>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E0280BFE-F9B7-C1ED-CF91-312A3384CB32}"/>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C49F09DD-B92B-4A65-83A7-AB236DCF93E5}"/>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F950F4A8-869A-635C-C595-67F3F9008591}"/>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2DCE124D-509B-2B44-A705-936ABC62FA2A}"/>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9B1B511F-F7BA-E347-0F58-F3CD7B940D14}"/>
              </a:ext>
            </a:extLst>
          </p:cNvPr>
          <p:cNvSpPr txBox="1">
            <a:spLocks noChangeArrowheads="1"/>
          </p:cNvSpPr>
          <p:nvPr/>
        </p:nvSpPr>
        <p:spPr bwMode="auto">
          <a:xfrm>
            <a:off x="1344156" y="354451"/>
            <a:ext cx="16951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solidFill>
                  <a:srgbClr val="222222"/>
                </a:solidFill>
                <a:highlight>
                  <a:srgbClr val="FFFFFF"/>
                </a:highlight>
                <a:latin typeface="微軟正黑體" panose="020B0604030504040204" pitchFamily="34" charset="-120"/>
                <a:ea typeface="微軟正黑體" panose="020B0604030504040204" pitchFamily="34" charset="-120"/>
              </a:rPr>
              <a:t>模型架構</a:t>
            </a:r>
            <a:endParaRPr lang="en-US" altLang="zh-TW" sz="28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E3233AF2-09FD-060E-6DB0-0F20494ADAEC}"/>
              </a:ext>
            </a:extLst>
          </p:cNvPr>
          <p:cNvCxnSpPr>
            <a:cxnSpLocks/>
            <a:endCxn id="12" idx="3"/>
          </p:cNvCxnSpPr>
          <p:nvPr/>
        </p:nvCxnSpPr>
        <p:spPr>
          <a:xfrm flipH="1" flipV="1">
            <a:off x="3039291" y="616061"/>
            <a:ext cx="8867399"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CF01159D-5B5A-1AB6-3A8A-17FC90C1D75E}"/>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6BEE9757-8E88-31CD-8FB0-7D3FD5FE3422}"/>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11</a:t>
            </a:fld>
            <a:endParaRPr lang="en-US" altLang="zh-CN" sz="1400" dirty="0">
              <a:solidFill>
                <a:schemeClr val="bg1"/>
              </a:solidFill>
              <a:latin typeface="微软雅黑" pitchFamily="34" charset="-122"/>
              <a:ea typeface="微软雅黑" pitchFamily="34" charset="-122"/>
            </a:endParaRPr>
          </a:p>
        </p:txBody>
      </p:sp>
      <p:sp>
        <p:nvSpPr>
          <p:cNvPr id="44" name="矩形 43">
            <a:extLst>
              <a:ext uri="{FF2B5EF4-FFF2-40B4-BE49-F238E27FC236}">
                <a16:creationId xmlns:a16="http://schemas.microsoft.com/office/drawing/2014/main" id="{7C942D97-A086-BBA0-7866-E1799D007428}"/>
              </a:ext>
            </a:extLst>
          </p:cNvPr>
          <p:cNvSpPr/>
          <p:nvPr/>
        </p:nvSpPr>
        <p:spPr>
          <a:xfrm>
            <a:off x="429344" y="3676099"/>
            <a:ext cx="1556223"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1</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zh-TW" altLang="en-US" sz="1600" b="1" dirty="0">
                <a:solidFill>
                  <a:srgbClr val="FF0000"/>
                </a:solidFill>
                <a:latin typeface="微軟正黑體" panose="020B0604030504040204" pitchFamily="34" charset="-120"/>
                <a:ea typeface="微軟正黑體" panose="020B0604030504040204" pitchFamily="34" charset="-120"/>
              </a:rPr>
              <a:t>劑量組學</a:t>
            </a:r>
            <a:r>
              <a:rPr lang="zh-TW" altLang="en-US" sz="1600" b="1" dirty="0">
                <a:solidFill>
                  <a:srgbClr val="1F1F1F"/>
                </a:solidFill>
                <a:latin typeface="微軟正黑體" panose="020B0604030504040204" pitchFamily="34" charset="-120"/>
                <a:ea typeface="微軟正黑體" panose="020B0604030504040204" pitchFamily="34" charset="-120"/>
              </a:rPr>
              <a:t>特徵</a:t>
            </a:r>
          </a:p>
        </p:txBody>
      </p:sp>
      <p:cxnSp>
        <p:nvCxnSpPr>
          <p:cNvPr id="46" name="直線單箭頭接點 45">
            <a:extLst>
              <a:ext uri="{FF2B5EF4-FFF2-40B4-BE49-F238E27FC236}">
                <a16:creationId xmlns:a16="http://schemas.microsoft.com/office/drawing/2014/main" id="{7A5101DD-A29D-443D-C5FC-882884809F4A}"/>
              </a:ext>
            </a:extLst>
          </p:cNvPr>
          <p:cNvCxnSpPr>
            <a:cxnSpLocks/>
          </p:cNvCxnSpPr>
          <p:nvPr/>
        </p:nvCxnSpPr>
        <p:spPr>
          <a:xfrm>
            <a:off x="2381420" y="4597503"/>
            <a:ext cx="100280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AF9AC32-C93D-764C-0D5A-6F04DDDFD58B}"/>
                  </a:ext>
                </a:extLst>
              </p:cNvPr>
              <p:cNvSpPr txBox="1"/>
              <p:nvPr/>
            </p:nvSpPr>
            <p:spPr>
              <a:xfrm>
                <a:off x="7905194" y="5170639"/>
                <a:ext cx="2558136" cy="529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dirty="0" smtClean="0"/>
                        <m:t>NTCP</m:t>
                      </m:r>
                      <m:r>
                        <a:rPr lang="en-US" altLang="zh-TW"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𝑅𝑖𝑠𝑘𝑆𝑐𝑜𝑟𝑒𝑠</m:t>
                              </m:r>
                              <m:r>
                                <a:rPr lang="en-US" altLang="zh-TW" b="0" i="1" smtClean="0">
                                  <a:latin typeface="Cambria Math" panose="02040503050406030204" pitchFamily="18" charset="0"/>
                                </a:rPr>
                                <m:t>)</m:t>
                              </m:r>
                            </m:sup>
                          </m:sSup>
                        </m:den>
                      </m:f>
                    </m:oMath>
                  </m:oMathPara>
                </a14:m>
                <a:endParaRPr lang="zh-TW" altLang="en-US" dirty="0"/>
              </a:p>
            </p:txBody>
          </p:sp>
        </mc:Choice>
        <mc:Fallback xmlns="">
          <p:sp>
            <p:nvSpPr>
              <p:cNvPr id="47" name="文字方塊 46">
                <a:extLst>
                  <a:ext uri="{FF2B5EF4-FFF2-40B4-BE49-F238E27FC236}">
                    <a16:creationId xmlns:a16="http://schemas.microsoft.com/office/drawing/2014/main" id="{3AF9AC32-C93D-764C-0D5A-6F04DDDFD58B}"/>
                  </a:ext>
                </a:extLst>
              </p:cNvPr>
              <p:cNvSpPr txBox="1">
                <a:spLocks noRot="1" noChangeAspect="1" noMove="1" noResize="1" noEditPoints="1" noAdjustHandles="1" noChangeArrowheads="1" noChangeShapeType="1" noTextEdit="1"/>
              </p:cNvSpPr>
              <p:nvPr/>
            </p:nvSpPr>
            <p:spPr>
              <a:xfrm>
                <a:off x="7905194" y="5170639"/>
                <a:ext cx="2558136" cy="52969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3A8F3D79-706C-2F9B-D4BC-2A9F884D2473}"/>
                  </a:ext>
                </a:extLst>
              </p:cNvPr>
              <p:cNvSpPr txBox="1"/>
              <p:nvPr/>
            </p:nvSpPr>
            <p:spPr>
              <a:xfrm>
                <a:off x="7103904" y="3819216"/>
                <a:ext cx="4278440" cy="369332"/>
              </a:xfrm>
              <a:prstGeom prst="rect">
                <a:avLst/>
              </a:prstGeom>
              <a:noFill/>
            </p:spPr>
            <p:txBody>
              <a:bodyPr wrap="square">
                <a:spAutoFit/>
              </a:bodyPr>
              <a:lstStyle/>
              <a:p>
                <a14:m>
                  <m:oMath xmlns:m="http://schemas.openxmlformats.org/officeDocument/2006/math">
                    <m:r>
                      <a:rPr lang="en-US" altLang="zh-TW" i="1" smtClean="0">
                        <a:latin typeface="Cambria Math" panose="02040503050406030204" pitchFamily="18" charset="0"/>
                      </a:rPr>
                      <m:t>𝑅𝑖𝑠𝑘𝑆𝑐𝑜𝑟𝑒𝑠</m:t>
                    </m:r>
                    <m:r>
                      <a:rPr lang="en-US" altLang="zh-TW" b="0" i="1" dirty="0" smtClean="0">
                        <a:latin typeface="Cambria Math" panose="02040503050406030204" pitchFamily="18" charset="0"/>
                      </a:rPr>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0</m:t>
                        </m:r>
                      </m:sub>
                    </m:sSub>
                    <m:r>
                      <a:rPr lang="zh-TW" altLang="en-US" i="1" dirty="0">
                        <a:latin typeface="Cambria Math" panose="02040503050406030204" pitchFamily="18" charset="0"/>
                      </a:rPr>
                      <m:t> </m:t>
                    </m:r>
                    <m:r>
                      <m:rPr>
                        <m:nor/>
                      </m:rPr>
                      <a:rPr lang="en-US" altLang="zh-TW" dirty="0"/>
                      <m:t>+ </m:t>
                    </m:r>
                    <m:sSub>
                      <m:sSubPr>
                        <m:ctrlPr>
                          <a:rPr lang="en-US" altLang="zh-TW" i="1" dirty="0">
                            <a:latin typeface="Cambria Math" panose="02040503050406030204" pitchFamily="18" charset="0"/>
                          </a:rPr>
                        </m:ctrlPr>
                      </m:sSubPr>
                      <m:e>
                        <m:r>
                          <a:rPr lang="el-GR" altLang="zh-TW" dirty="0">
                            <a:latin typeface="Cambria Math" panose="02040503050406030204" pitchFamily="18" charset="0"/>
                          </a:rPr>
                          <m:t>𝛽</m:t>
                        </m:r>
                      </m:e>
                      <m:sub>
                        <m:r>
                          <a:rPr lang="en-US" altLang="zh-TW" dirty="0">
                            <a:latin typeface="Cambria Math" panose="02040503050406030204" pitchFamily="18" charset="0"/>
                          </a:rPr>
                          <m:t>1</m:t>
                        </m:r>
                      </m:sub>
                    </m:sSub>
                    <m:sSub>
                      <m:sSubPr>
                        <m:ctrlPr>
                          <a:rPr lang="en-US" altLang="zh-TW" i="1" dirty="0">
                            <a:latin typeface="Cambria Math" panose="02040503050406030204" pitchFamily="18" charset="0"/>
                          </a:rPr>
                        </m:ctrlPr>
                      </m:sSubPr>
                      <m:e>
                        <m:r>
                          <a:rPr lang="en-US" altLang="zh-TW" dirty="0">
                            <a:latin typeface="Cambria Math" panose="02040503050406030204" pitchFamily="18" charset="0"/>
                          </a:rPr>
                          <m:t>𝑥</m:t>
                        </m:r>
                      </m:e>
                      <m:sub>
                        <m:r>
                          <a:rPr lang="en-US" altLang="zh-TW" dirty="0">
                            <a:latin typeface="Cambria Math" panose="02040503050406030204" pitchFamily="18" charset="0"/>
                          </a:rPr>
                          <m:t>1</m:t>
                        </m:r>
                      </m:sub>
                    </m:sSub>
                    <m:r>
                      <m:rPr>
                        <m:nor/>
                      </m:rPr>
                      <a:rPr lang="en-US" altLang="zh-TW" dirty="0"/>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2</m:t>
                        </m:r>
                      </m:sub>
                    </m:sSub>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2</m:t>
                        </m:r>
                      </m:sub>
                    </m:sSub>
                  </m:oMath>
                </a14:m>
                <a:r>
                  <a:rPr lang="en-US" altLang="zh-TW" dirty="0"/>
                  <a:t> </a:t>
                </a:r>
                <a14:m>
                  <m:oMath xmlns:m="http://schemas.openxmlformats.org/officeDocument/2006/math">
                    <m:r>
                      <m:rPr>
                        <m:nor/>
                      </m:rPr>
                      <a:rPr lang="en-US" altLang="zh-TW" dirty="0"/>
                      <m:t>+</m:t>
                    </m:r>
                    <m:sSub>
                      <m:sSubPr>
                        <m:ctrlPr>
                          <a:rPr lang="en-US" altLang="zh-TW" i="1" dirty="0">
                            <a:latin typeface="Cambria Math" panose="02040503050406030204" pitchFamily="18" charset="0"/>
                          </a:rPr>
                        </m:ctrlPr>
                      </m:sSubPr>
                      <m:e>
                        <m:r>
                          <a:rPr lang="el-GR" altLang="zh-TW" i="1" dirty="0">
                            <a:latin typeface="Cambria Math" panose="02040503050406030204" pitchFamily="18" charset="0"/>
                          </a:rPr>
                          <m:t>𝛽</m:t>
                        </m:r>
                      </m:e>
                      <m:sub>
                        <m:r>
                          <a:rPr lang="en-US" altLang="zh-TW" i="1" dirty="0">
                            <a:latin typeface="Cambria Math" panose="02040503050406030204" pitchFamily="18" charset="0"/>
                          </a:rPr>
                          <m:t>3</m:t>
                        </m:r>
                      </m:sub>
                    </m:sSub>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3</m:t>
                        </m:r>
                      </m:sub>
                    </m:sSub>
                  </m:oMath>
                </a14:m>
                <a:endParaRPr lang="zh-TW" altLang="en-US" dirty="0"/>
              </a:p>
            </p:txBody>
          </p:sp>
        </mc:Choice>
        <mc:Fallback xmlns="">
          <p:sp>
            <p:nvSpPr>
              <p:cNvPr id="48" name="文字方塊 47">
                <a:extLst>
                  <a:ext uri="{FF2B5EF4-FFF2-40B4-BE49-F238E27FC236}">
                    <a16:creationId xmlns:a16="http://schemas.microsoft.com/office/drawing/2014/main" id="{3A8F3D79-706C-2F9B-D4BC-2A9F884D2473}"/>
                  </a:ext>
                </a:extLst>
              </p:cNvPr>
              <p:cNvSpPr txBox="1">
                <a:spLocks noRot="1" noChangeAspect="1" noMove="1" noResize="1" noEditPoints="1" noAdjustHandles="1" noChangeArrowheads="1" noChangeShapeType="1" noTextEdit="1"/>
              </p:cNvSpPr>
              <p:nvPr/>
            </p:nvSpPr>
            <p:spPr>
              <a:xfrm>
                <a:off x="7103904" y="3819216"/>
                <a:ext cx="4278440" cy="369332"/>
              </a:xfrm>
              <a:prstGeom prst="rect">
                <a:avLst/>
              </a:prstGeom>
              <a:blipFill>
                <a:blip r:embed="rId4"/>
                <a:stretch>
                  <a:fillRect b="-13333"/>
                </a:stretch>
              </a:blipFill>
            </p:spPr>
            <p:txBody>
              <a:bodyPr/>
              <a:lstStyle/>
              <a:p>
                <a:r>
                  <a:rPr lang="zh-TW" altLang="en-US">
                    <a:noFill/>
                  </a:rPr>
                  <a:t> </a:t>
                </a:r>
              </a:p>
            </p:txBody>
          </p:sp>
        </mc:Fallback>
      </mc:AlternateContent>
      <p:sp>
        <p:nvSpPr>
          <p:cNvPr id="49" name="矩形 48">
            <a:extLst>
              <a:ext uri="{FF2B5EF4-FFF2-40B4-BE49-F238E27FC236}">
                <a16:creationId xmlns:a16="http://schemas.microsoft.com/office/drawing/2014/main" id="{ACFF09DA-EC91-AE10-B9C7-AA41F759119A}"/>
              </a:ext>
            </a:extLst>
          </p:cNvPr>
          <p:cNvSpPr/>
          <p:nvPr/>
        </p:nvSpPr>
        <p:spPr>
          <a:xfrm>
            <a:off x="4170662" y="4355978"/>
            <a:ext cx="1479357" cy="579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rgbClr val="1F1F1F"/>
                </a:solidFill>
                <a:latin typeface="微軟正黑體" panose="020B0604030504040204" pitchFamily="34" charset="-120"/>
                <a:ea typeface="微軟正黑體" panose="020B0604030504040204" pitchFamily="34" charset="-120"/>
              </a:rPr>
              <a:t>COX</a:t>
            </a:r>
            <a:r>
              <a:rPr lang="zh-TW" altLang="en-US" sz="1400" b="1" dirty="0">
                <a:solidFill>
                  <a:srgbClr val="1F1F1F"/>
                </a:solidFill>
                <a:latin typeface="微軟正黑體" panose="020B0604030504040204" pitchFamily="34" charset="-120"/>
                <a:ea typeface="微軟正黑體" panose="020B0604030504040204" pitchFamily="34" charset="-120"/>
              </a:rPr>
              <a:t>邏輯回歸</a:t>
            </a:r>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160CF34-8185-32F1-F890-43744E61818D}"/>
                  </a:ext>
                </a:extLst>
              </p:cNvPr>
              <p:cNvSpPr txBox="1"/>
              <p:nvPr/>
            </p:nvSpPr>
            <p:spPr>
              <a:xfrm>
                <a:off x="4099126" y="3983390"/>
                <a:ext cx="2651979"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計算每個特徵的權重</a:t>
                </a:r>
                <a:r>
                  <a:rPr lang="en-US" altLang="zh-TW" sz="1200" dirty="0">
                    <a:solidFill>
                      <a:srgbClr val="FF0000"/>
                    </a:solidFill>
                    <a:latin typeface="微軟正黑體" panose="020B0604030504040204" pitchFamily="34" charset="-120"/>
                    <a:ea typeface="微軟正黑體" panose="020B0604030504040204" pitchFamily="34" charset="-120"/>
                  </a:rPr>
                  <a:t>(</a:t>
                </a:r>
                <a14:m>
                  <m:oMath xmlns:m="http://schemas.openxmlformats.org/officeDocument/2006/math">
                    <m:r>
                      <a:rPr lang="el-GR" altLang="zh-TW" sz="1200" i="1" dirty="0" smtClean="0">
                        <a:solidFill>
                          <a:srgbClr val="FF0000"/>
                        </a:solidFill>
                        <a:latin typeface="Cambria Math" panose="02040503050406030204" pitchFamily="18" charset="0"/>
                      </a:rPr>
                      <m:t>𝛽</m:t>
                    </m:r>
                  </m:oMath>
                </a14:m>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50" name="文字方塊 49">
                <a:extLst>
                  <a:ext uri="{FF2B5EF4-FFF2-40B4-BE49-F238E27FC236}">
                    <a16:creationId xmlns:a16="http://schemas.microsoft.com/office/drawing/2014/main" id="{D160CF34-8185-32F1-F890-43744E61818D}"/>
                  </a:ext>
                </a:extLst>
              </p:cNvPr>
              <p:cNvSpPr txBox="1">
                <a:spLocks noRot="1" noChangeAspect="1" noMove="1" noResize="1" noEditPoints="1" noAdjustHandles="1" noChangeArrowheads="1" noChangeShapeType="1" noTextEdit="1"/>
              </p:cNvSpPr>
              <p:nvPr/>
            </p:nvSpPr>
            <p:spPr>
              <a:xfrm>
                <a:off x="4099126" y="3983390"/>
                <a:ext cx="2651979" cy="276999"/>
              </a:xfrm>
              <a:prstGeom prst="rect">
                <a:avLst/>
              </a:prstGeom>
              <a:blipFill>
                <a:blip r:embed="rId5"/>
                <a:stretch>
                  <a:fillRect t="-2174" b="-13043"/>
                </a:stretch>
              </a:blipFill>
            </p:spPr>
            <p:txBody>
              <a:bodyPr/>
              <a:lstStyle/>
              <a:p>
                <a:r>
                  <a:rPr lang="zh-TW" altLang="en-US">
                    <a:noFill/>
                  </a:rPr>
                  <a:t> </a:t>
                </a:r>
              </a:p>
            </p:txBody>
          </p:sp>
        </mc:Fallback>
      </mc:AlternateContent>
      <p:cxnSp>
        <p:nvCxnSpPr>
          <p:cNvPr id="51" name="直線單箭頭接點 50">
            <a:extLst>
              <a:ext uri="{FF2B5EF4-FFF2-40B4-BE49-F238E27FC236}">
                <a16:creationId xmlns:a16="http://schemas.microsoft.com/office/drawing/2014/main" id="{727219DE-DAF4-4C8E-B1A3-89F9DBC18EE5}"/>
              </a:ext>
            </a:extLst>
          </p:cNvPr>
          <p:cNvCxnSpPr>
            <a:cxnSpLocks/>
          </p:cNvCxnSpPr>
          <p:nvPr/>
        </p:nvCxnSpPr>
        <p:spPr>
          <a:xfrm>
            <a:off x="5766025" y="4629715"/>
            <a:ext cx="8327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2616C74F-204E-0D89-9E2D-8FA10D04BE3A}"/>
              </a:ext>
            </a:extLst>
          </p:cNvPr>
          <p:cNvSpPr txBox="1"/>
          <p:nvPr/>
        </p:nvSpPr>
        <p:spPr>
          <a:xfrm>
            <a:off x="8469351" y="3453049"/>
            <a:ext cx="180366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計算風險分數</a:t>
            </a:r>
          </a:p>
        </p:txBody>
      </p:sp>
      <p:sp>
        <p:nvSpPr>
          <p:cNvPr id="53" name="文字方塊 52">
            <a:extLst>
              <a:ext uri="{FF2B5EF4-FFF2-40B4-BE49-F238E27FC236}">
                <a16:creationId xmlns:a16="http://schemas.microsoft.com/office/drawing/2014/main" id="{F481A38D-9ACB-7FB0-342A-4C4C73EB76B4}"/>
              </a:ext>
            </a:extLst>
          </p:cNvPr>
          <p:cNvSpPr txBox="1"/>
          <p:nvPr/>
        </p:nvSpPr>
        <p:spPr>
          <a:xfrm>
            <a:off x="7977445" y="4770040"/>
            <a:ext cx="221153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預測某患者發生併發症的概率</a:t>
            </a:r>
          </a:p>
        </p:txBody>
      </p:sp>
      <p:sp>
        <p:nvSpPr>
          <p:cNvPr id="54" name="矩形 53">
            <a:extLst>
              <a:ext uri="{FF2B5EF4-FFF2-40B4-BE49-F238E27FC236}">
                <a16:creationId xmlns:a16="http://schemas.microsoft.com/office/drawing/2014/main" id="{20BEE408-A53A-8337-FA41-858AD038A93D}"/>
              </a:ext>
            </a:extLst>
          </p:cNvPr>
          <p:cNvSpPr/>
          <p:nvPr/>
        </p:nvSpPr>
        <p:spPr>
          <a:xfrm>
            <a:off x="415975" y="1707659"/>
            <a:ext cx="1503549"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1</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zh-TW" altLang="en-US" sz="1600" b="1" dirty="0">
                <a:solidFill>
                  <a:srgbClr val="FF0000"/>
                </a:solidFill>
                <a:latin typeface="微軟正黑體" panose="020B0604030504040204" pitchFamily="34" charset="-120"/>
                <a:ea typeface="微軟正黑體" panose="020B0604030504040204" pitchFamily="34" charset="-120"/>
              </a:rPr>
              <a:t>臨床特徵</a:t>
            </a:r>
          </a:p>
        </p:txBody>
      </p:sp>
      <p:cxnSp>
        <p:nvCxnSpPr>
          <p:cNvPr id="56" name="直線單箭頭接點 55">
            <a:extLst>
              <a:ext uri="{FF2B5EF4-FFF2-40B4-BE49-F238E27FC236}">
                <a16:creationId xmlns:a16="http://schemas.microsoft.com/office/drawing/2014/main" id="{7CE98F36-FB3C-194B-5311-26FB1F93D4A6}"/>
              </a:ext>
            </a:extLst>
          </p:cNvPr>
          <p:cNvCxnSpPr>
            <a:cxnSpLocks/>
          </p:cNvCxnSpPr>
          <p:nvPr/>
        </p:nvCxnSpPr>
        <p:spPr>
          <a:xfrm>
            <a:off x="2150472" y="2100626"/>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27A4D35D-D911-AC6A-B655-6B40FA2377CC}"/>
                  </a:ext>
                </a:extLst>
              </p:cNvPr>
              <p:cNvSpPr txBox="1"/>
              <p:nvPr/>
            </p:nvSpPr>
            <p:spPr>
              <a:xfrm>
                <a:off x="9096989" y="1818757"/>
                <a:ext cx="2558136" cy="529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dirty="0" smtClean="0"/>
                        <m:t>NTCP</m:t>
                      </m:r>
                      <m:r>
                        <a:rPr lang="en-US" altLang="zh-TW" i="1" smtClean="0">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𝑅𝑖𝑠𝑘𝑆𝑐𝑜𝑟𝑒𝑠</m:t>
                              </m:r>
                              <m:r>
                                <a:rPr lang="en-US" altLang="zh-TW" b="0" i="1" smtClean="0">
                                  <a:latin typeface="Cambria Math" panose="02040503050406030204" pitchFamily="18" charset="0"/>
                                </a:rPr>
                                <m:t>)</m:t>
                              </m:r>
                            </m:sup>
                          </m:sSup>
                        </m:den>
                      </m:f>
                    </m:oMath>
                  </m:oMathPara>
                </a14:m>
                <a:endParaRPr lang="zh-TW" altLang="en-US" dirty="0"/>
              </a:p>
            </p:txBody>
          </p:sp>
        </mc:Choice>
        <mc:Fallback xmlns="">
          <p:sp>
            <p:nvSpPr>
              <p:cNvPr id="57" name="文字方塊 56">
                <a:extLst>
                  <a:ext uri="{FF2B5EF4-FFF2-40B4-BE49-F238E27FC236}">
                    <a16:creationId xmlns:a16="http://schemas.microsoft.com/office/drawing/2014/main" id="{27A4D35D-D911-AC6A-B655-6B40FA2377CC}"/>
                  </a:ext>
                </a:extLst>
              </p:cNvPr>
              <p:cNvSpPr txBox="1">
                <a:spLocks noRot="1" noChangeAspect="1" noMove="1" noResize="1" noEditPoints="1" noAdjustHandles="1" noChangeArrowheads="1" noChangeShapeType="1" noTextEdit="1"/>
              </p:cNvSpPr>
              <p:nvPr/>
            </p:nvSpPr>
            <p:spPr>
              <a:xfrm>
                <a:off x="9096989" y="1818757"/>
                <a:ext cx="2558136" cy="52969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F4178509-47CA-379B-ACB0-C0BF23B93333}"/>
                  </a:ext>
                </a:extLst>
              </p:cNvPr>
              <p:cNvSpPr txBox="1"/>
              <p:nvPr/>
            </p:nvSpPr>
            <p:spPr>
              <a:xfrm>
                <a:off x="5650019" y="1898940"/>
                <a:ext cx="3150046" cy="369332"/>
              </a:xfrm>
              <a:prstGeom prst="rect">
                <a:avLst/>
              </a:prstGeom>
              <a:noFill/>
            </p:spPr>
            <p:txBody>
              <a:bodyPr wrap="square">
                <a:spAutoFit/>
              </a:bodyPr>
              <a:lstStyle/>
              <a:p>
                <a14:m>
                  <m:oMath xmlns:m="http://schemas.openxmlformats.org/officeDocument/2006/math">
                    <m:r>
                      <a:rPr lang="en-US" altLang="zh-TW" i="1" smtClean="0">
                        <a:latin typeface="Cambria Math" panose="02040503050406030204" pitchFamily="18" charset="0"/>
                      </a:rPr>
                      <m:t>𝑅𝑖𝑠𝑘𝑆𝑐𝑜𝑟𝑒𝑠</m:t>
                    </m:r>
                    <m:r>
                      <a:rPr lang="en-US" altLang="zh-TW" b="0" i="1" dirty="0" smtClean="0">
                        <a:latin typeface="Cambria Math" panose="02040503050406030204" pitchFamily="18" charset="0"/>
                      </a:rPr>
                      <m:t>= </m:t>
                    </m:r>
                    <m:sSub>
                      <m:sSubPr>
                        <m:ctrlPr>
                          <a:rPr lang="en-US" altLang="zh-TW" i="1" dirty="0" smtClean="0">
                            <a:latin typeface="Cambria Math" panose="02040503050406030204" pitchFamily="18" charset="0"/>
                          </a:rPr>
                        </m:ctrlPr>
                      </m:sSubPr>
                      <m:e>
                        <m:r>
                          <a:rPr lang="el-GR" altLang="zh-TW" i="1" dirty="0">
                            <a:latin typeface="Cambria Math" panose="02040503050406030204" pitchFamily="18" charset="0"/>
                          </a:rPr>
                          <m:t>𝛽</m:t>
                        </m:r>
                      </m:e>
                      <m:sub>
                        <m:r>
                          <a:rPr lang="en-US" altLang="zh-TW" b="0" i="1" dirty="0" smtClean="0">
                            <a:latin typeface="Cambria Math" panose="02040503050406030204" pitchFamily="18" charset="0"/>
                          </a:rPr>
                          <m:t>0</m:t>
                        </m:r>
                      </m:sub>
                    </m:sSub>
                    <m:r>
                      <a:rPr lang="zh-TW" altLang="en-US" i="1" dirty="0">
                        <a:latin typeface="Cambria Math" panose="02040503050406030204" pitchFamily="18" charset="0"/>
                      </a:rPr>
                      <m:t> </m:t>
                    </m:r>
                  </m:oMath>
                </a14:m>
                <a:r>
                  <a:rPr lang="en-US" altLang="zh-TW" dirty="0"/>
                  <a:t>+ </a:t>
                </a:r>
                <a14:m>
                  <m:oMath xmlns:m="http://schemas.openxmlformats.org/officeDocument/2006/math">
                    <m:sSub>
                      <m:sSubPr>
                        <m:ctrlPr>
                          <a:rPr lang="en-US" altLang="zh-TW" i="1" dirty="0">
                            <a:latin typeface="Cambria Math" panose="02040503050406030204" pitchFamily="18" charset="0"/>
                          </a:rPr>
                        </m:ctrlPr>
                      </m:sSubPr>
                      <m:e>
                        <m:r>
                          <a:rPr lang="el-GR" altLang="zh-TW" dirty="0">
                            <a:latin typeface="Cambria Math" panose="02040503050406030204" pitchFamily="18" charset="0"/>
                          </a:rPr>
                          <m:t>𝛽</m:t>
                        </m:r>
                      </m:e>
                      <m:sub>
                        <m:r>
                          <a:rPr lang="en-US" altLang="zh-TW" dirty="0">
                            <a:latin typeface="Cambria Math" panose="02040503050406030204" pitchFamily="18" charset="0"/>
                          </a:rPr>
                          <m:t>1</m:t>
                        </m:r>
                      </m:sub>
                    </m:sSub>
                    <m:sSub>
                      <m:sSubPr>
                        <m:ctrlPr>
                          <a:rPr lang="en-US" altLang="zh-TW" i="1" dirty="0">
                            <a:latin typeface="Cambria Math" panose="02040503050406030204" pitchFamily="18" charset="0"/>
                          </a:rPr>
                        </m:ctrlPr>
                      </m:sSubPr>
                      <m:e>
                        <m:r>
                          <a:rPr lang="en-US" altLang="zh-TW" dirty="0">
                            <a:latin typeface="Cambria Math" panose="02040503050406030204" pitchFamily="18" charset="0"/>
                          </a:rPr>
                          <m:t>𝑥</m:t>
                        </m:r>
                      </m:e>
                      <m:sub>
                        <m:r>
                          <a:rPr lang="en-US" altLang="zh-TW" dirty="0">
                            <a:latin typeface="Cambria Math" panose="02040503050406030204" pitchFamily="18" charset="0"/>
                          </a:rPr>
                          <m:t>1</m:t>
                        </m:r>
                      </m:sub>
                    </m:sSub>
                  </m:oMath>
                </a14:m>
                <a:endParaRPr lang="zh-TW" altLang="en-US" dirty="0"/>
              </a:p>
            </p:txBody>
          </p:sp>
        </mc:Choice>
        <mc:Fallback xmlns="">
          <p:sp>
            <p:nvSpPr>
              <p:cNvPr id="58" name="文字方塊 57">
                <a:extLst>
                  <a:ext uri="{FF2B5EF4-FFF2-40B4-BE49-F238E27FC236}">
                    <a16:creationId xmlns:a16="http://schemas.microsoft.com/office/drawing/2014/main" id="{F4178509-47CA-379B-ACB0-C0BF23B93333}"/>
                  </a:ext>
                </a:extLst>
              </p:cNvPr>
              <p:cNvSpPr txBox="1">
                <a:spLocks noRot="1" noChangeAspect="1" noMove="1" noResize="1" noEditPoints="1" noAdjustHandles="1" noChangeArrowheads="1" noChangeShapeType="1" noTextEdit="1"/>
              </p:cNvSpPr>
              <p:nvPr/>
            </p:nvSpPr>
            <p:spPr>
              <a:xfrm>
                <a:off x="5650019" y="1898940"/>
                <a:ext cx="3150046" cy="369332"/>
              </a:xfrm>
              <a:prstGeom prst="rect">
                <a:avLst/>
              </a:prstGeom>
              <a:blipFill>
                <a:blip r:embed="rId7"/>
                <a:stretch>
                  <a:fillRect t="-10000" b="-26667"/>
                </a:stretch>
              </a:blipFill>
            </p:spPr>
            <p:txBody>
              <a:bodyPr/>
              <a:lstStyle/>
              <a:p>
                <a:r>
                  <a:rPr lang="zh-TW" altLang="en-US">
                    <a:noFill/>
                  </a:rPr>
                  <a:t> </a:t>
                </a:r>
              </a:p>
            </p:txBody>
          </p:sp>
        </mc:Fallback>
      </mc:AlternateContent>
      <p:sp>
        <p:nvSpPr>
          <p:cNvPr id="59" name="矩形 58">
            <a:extLst>
              <a:ext uri="{FF2B5EF4-FFF2-40B4-BE49-F238E27FC236}">
                <a16:creationId xmlns:a16="http://schemas.microsoft.com/office/drawing/2014/main" id="{508A4B7C-E296-D756-B54B-E1B53D1E8D4E}"/>
              </a:ext>
            </a:extLst>
          </p:cNvPr>
          <p:cNvSpPr/>
          <p:nvPr/>
        </p:nvSpPr>
        <p:spPr>
          <a:xfrm>
            <a:off x="3069576" y="1810658"/>
            <a:ext cx="1479357" cy="579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rgbClr val="1F1F1F"/>
                </a:solidFill>
                <a:latin typeface="微軟正黑體" panose="020B0604030504040204" pitchFamily="34" charset="-120"/>
                <a:ea typeface="微軟正黑體" panose="020B0604030504040204" pitchFamily="34" charset="-120"/>
              </a:rPr>
              <a:t>COX</a:t>
            </a:r>
            <a:r>
              <a:rPr lang="zh-TW" altLang="en-US" sz="1400" b="1" dirty="0">
                <a:solidFill>
                  <a:srgbClr val="1F1F1F"/>
                </a:solidFill>
                <a:latin typeface="微軟正黑體" panose="020B0604030504040204" pitchFamily="34" charset="-120"/>
                <a:ea typeface="微軟正黑體" panose="020B0604030504040204" pitchFamily="34" charset="-120"/>
              </a:rPr>
              <a:t>邏輯回歸</a:t>
            </a:r>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3033A28E-1DEE-A0E2-F97F-F432AE0C66A2}"/>
                  </a:ext>
                </a:extLst>
              </p:cNvPr>
              <p:cNvSpPr txBox="1"/>
              <p:nvPr/>
            </p:nvSpPr>
            <p:spPr>
              <a:xfrm>
                <a:off x="2998040" y="1438070"/>
                <a:ext cx="2651979"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計算每個特徵的權重</a:t>
                </a:r>
                <a:r>
                  <a:rPr lang="en-US" altLang="zh-TW" sz="1200" dirty="0">
                    <a:solidFill>
                      <a:srgbClr val="FF0000"/>
                    </a:solidFill>
                    <a:latin typeface="微軟正黑體" panose="020B0604030504040204" pitchFamily="34" charset="-120"/>
                    <a:ea typeface="微軟正黑體" panose="020B0604030504040204" pitchFamily="34" charset="-120"/>
                  </a:rPr>
                  <a:t>(</a:t>
                </a:r>
                <a14:m>
                  <m:oMath xmlns:m="http://schemas.openxmlformats.org/officeDocument/2006/math">
                    <m:r>
                      <a:rPr lang="el-GR" altLang="zh-TW" sz="1200" i="1" dirty="0" smtClean="0">
                        <a:solidFill>
                          <a:srgbClr val="FF0000"/>
                        </a:solidFill>
                        <a:latin typeface="Cambria Math" panose="02040503050406030204" pitchFamily="18" charset="0"/>
                      </a:rPr>
                      <m:t>𝛽</m:t>
                    </m:r>
                  </m:oMath>
                </a14:m>
                <a:r>
                  <a:rPr lang="en-US" altLang="zh-TW" sz="1200" dirty="0">
                    <a:solidFill>
                      <a:srgbClr val="FF0000"/>
                    </a:solidFill>
                    <a:latin typeface="微軟正黑體" panose="020B0604030504040204" pitchFamily="34" charset="-120"/>
                    <a:ea typeface="微軟正黑體" panose="020B0604030504040204" pitchFamily="34" charset="-120"/>
                  </a:rPr>
                  <a:t>)</a:t>
                </a:r>
                <a:endParaRPr lang="zh-TW" altLang="en-US" sz="1200" dirty="0">
                  <a:solidFill>
                    <a:srgbClr val="FF0000"/>
                  </a:solidFill>
                  <a:latin typeface="微軟正黑體" panose="020B0604030504040204" pitchFamily="34" charset="-120"/>
                  <a:ea typeface="微軟正黑體" panose="020B0604030504040204" pitchFamily="34" charset="-120"/>
                </a:endParaRPr>
              </a:p>
            </p:txBody>
          </p:sp>
        </mc:Choice>
        <mc:Fallback xmlns="">
          <p:sp>
            <p:nvSpPr>
              <p:cNvPr id="60" name="文字方塊 59">
                <a:extLst>
                  <a:ext uri="{FF2B5EF4-FFF2-40B4-BE49-F238E27FC236}">
                    <a16:creationId xmlns:a16="http://schemas.microsoft.com/office/drawing/2014/main" id="{3033A28E-1DEE-A0E2-F97F-F432AE0C66A2}"/>
                  </a:ext>
                </a:extLst>
              </p:cNvPr>
              <p:cNvSpPr txBox="1">
                <a:spLocks noRot="1" noChangeAspect="1" noMove="1" noResize="1" noEditPoints="1" noAdjustHandles="1" noChangeArrowheads="1" noChangeShapeType="1" noTextEdit="1"/>
              </p:cNvSpPr>
              <p:nvPr/>
            </p:nvSpPr>
            <p:spPr>
              <a:xfrm>
                <a:off x="2998040" y="1438070"/>
                <a:ext cx="2651979" cy="276999"/>
              </a:xfrm>
              <a:prstGeom prst="rect">
                <a:avLst/>
              </a:prstGeom>
              <a:blipFill>
                <a:blip r:embed="rId8"/>
                <a:stretch>
                  <a:fillRect l="-230" t="-4444" b="-15556"/>
                </a:stretch>
              </a:blipFill>
            </p:spPr>
            <p:txBody>
              <a:bodyPr/>
              <a:lstStyle/>
              <a:p>
                <a:r>
                  <a:rPr lang="zh-TW" altLang="en-US">
                    <a:noFill/>
                  </a:rPr>
                  <a:t> </a:t>
                </a:r>
              </a:p>
            </p:txBody>
          </p:sp>
        </mc:Fallback>
      </mc:AlternateContent>
      <p:cxnSp>
        <p:nvCxnSpPr>
          <p:cNvPr id="61" name="直線單箭頭接點 60">
            <a:extLst>
              <a:ext uri="{FF2B5EF4-FFF2-40B4-BE49-F238E27FC236}">
                <a16:creationId xmlns:a16="http://schemas.microsoft.com/office/drawing/2014/main" id="{B65E6C7A-E1F6-21F2-B905-D92451C2CFCB}"/>
              </a:ext>
            </a:extLst>
          </p:cNvPr>
          <p:cNvCxnSpPr>
            <a:cxnSpLocks/>
          </p:cNvCxnSpPr>
          <p:nvPr/>
        </p:nvCxnSpPr>
        <p:spPr>
          <a:xfrm>
            <a:off x="4664939" y="2084395"/>
            <a:ext cx="6881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070E2F0F-FC49-360F-A58F-F926119A2C8B}"/>
              </a:ext>
            </a:extLst>
          </p:cNvPr>
          <p:cNvSpPr txBox="1"/>
          <p:nvPr/>
        </p:nvSpPr>
        <p:spPr>
          <a:xfrm>
            <a:off x="6445731" y="1483170"/>
            <a:ext cx="180366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計算風險分數</a:t>
            </a:r>
          </a:p>
        </p:txBody>
      </p:sp>
      <p:sp>
        <p:nvSpPr>
          <p:cNvPr id="63" name="文字方塊 62">
            <a:extLst>
              <a:ext uri="{FF2B5EF4-FFF2-40B4-BE49-F238E27FC236}">
                <a16:creationId xmlns:a16="http://schemas.microsoft.com/office/drawing/2014/main" id="{1004175C-8285-A110-25D7-01A4711DE114}"/>
              </a:ext>
            </a:extLst>
          </p:cNvPr>
          <p:cNvSpPr txBox="1"/>
          <p:nvPr/>
        </p:nvSpPr>
        <p:spPr>
          <a:xfrm>
            <a:off x="9415949" y="1438116"/>
            <a:ext cx="2211532"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預測某患者發生併發症的概率</a:t>
            </a:r>
          </a:p>
        </p:txBody>
      </p:sp>
      <p:cxnSp>
        <p:nvCxnSpPr>
          <p:cNvPr id="1024" name="直線接點 1023">
            <a:extLst>
              <a:ext uri="{FF2B5EF4-FFF2-40B4-BE49-F238E27FC236}">
                <a16:creationId xmlns:a16="http://schemas.microsoft.com/office/drawing/2014/main" id="{3007F3A3-9047-3303-34FF-6071BE4E78D5}"/>
              </a:ext>
            </a:extLst>
          </p:cNvPr>
          <p:cNvCxnSpPr/>
          <p:nvPr/>
        </p:nvCxnSpPr>
        <p:spPr>
          <a:xfrm>
            <a:off x="0" y="3069742"/>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25" name="文字方塊 1024">
            <a:extLst>
              <a:ext uri="{FF2B5EF4-FFF2-40B4-BE49-F238E27FC236}">
                <a16:creationId xmlns:a16="http://schemas.microsoft.com/office/drawing/2014/main" id="{970A716A-0C7D-2846-912D-631FE8C25797}"/>
              </a:ext>
            </a:extLst>
          </p:cNvPr>
          <p:cNvSpPr txBox="1"/>
          <p:nvPr/>
        </p:nvSpPr>
        <p:spPr>
          <a:xfrm>
            <a:off x="192628" y="985292"/>
            <a:ext cx="2211532"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臨床模型</a:t>
            </a:r>
          </a:p>
        </p:txBody>
      </p:sp>
      <p:sp>
        <p:nvSpPr>
          <p:cNvPr id="1027" name="文字方塊 1026">
            <a:extLst>
              <a:ext uri="{FF2B5EF4-FFF2-40B4-BE49-F238E27FC236}">
                <a16:creationId xmlns:a16="http://schemas.microsoft.com/office/drawing/2014/main" id="{044D9DA1-6D0A-2740-EF2F-61FA9E4EAFA1}"/>
              </a:ext>
            </a:extLst>
          </p:cNvPr>
          <p:cNvSpPr txBox="1"/>
          <p:nvPr/>
        </p:nvSpPr>
        <p:spPr>
          <a:xfrm>
            <a:off x="255645" y="3174646"/>
            <a:ext cx="1763608" cy="369332"/>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混和模型</a:t>
            </a:r>
          </a:p>
        </p:txBody>
      </p:sp>
      <p:sp>
        <p:nvSpPr>
          <p:cNvPr id="3" name="矩形 2">
            <a:extLst>
              <a:ext uri="{FF2B5EF4-FFF2-40B4-BE49-F238E27FC236}">
                <a16:creationId xmlns:a16="http://schemas.microsoft.com/office/drawing/2014/main" id="{D3013235-C2E1-385E-3D2C-0486001A2009}"/>
              </a:ext>
            </a:extLst>
          </p:cNvPr>
          <p:cNvSpPr/>
          <p:nvPr/>
        </p:nvSpPr>
        <p:spPr>
          <a:xfrm>
            <a:off x="423035" y="4604659"/>
            <a:ext cx="1556223"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1</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zh-TW" altLang="en-US" sz="1600" b="1" dirty="0">
                <a:solidFill>
                  <a:srgbClr val="FF0000"/>
                </a:solidFill>
                <a:latin typeface="微軟正黑體" panose="020B0604030504040204" pitchFamily="34" charset="-120"/>
                <a:ea typeface="微軟正黑體" panose="020B0604030504040204" pitchFamily="34" charset="-120"/>
              </a:rPr>
              <a:t>放射組學</a:t>
            </a:r>
            <a:r>
              <a:rPr lang="zh-TW" altLang="en-US" sz="1600" b="1" dirty="0">
                <a:solidFill>
                  <a:srgbClr val="1F1F1F"/>
                </a:solidFill>
                <a:latin typeface="微軟正黑體" panose="020B0604030504040204" pitchFamily="34" charset="-120"/>
                <a:ea typeface="微軟正黑體" panose="020B0604030504040204" pitchFamily="34" charset="-120"/>
              </a:rPr>
              <a:t>特徵</a:t>
            </a:r>
          </a:p>
        </p:txBody>
      </p:sp>
      <p:sp>
        <p:nvSpPr>
          <p:cNvPr id="4" name="矩形 3">
            <a:extLst>
              <a:ext uri="{FF2B5EF4-FFF2-40B4-BE49-F238E27FC236}">
                <a16:creationId xmlns:a16="http://schemas.microsoft.com/office/drawing/2014/main" id="{7E9ADED0-8196-A35A-2B17-70A74A34EB87}"/>
              </a:ext>
            </a:extLst>
          </p:cNvPr>
          <p:cNvSpPr/>
          <p:nvPr/>
        </p:nvSpPr>
        <p:spPr>
          <a:xfrm>
            <a:off x="423035" y="5522715"/>
            <a:ext cx="1556223" cy="7859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b="1" dirty="0">
                <a:solidFill>
                  <a:srgbClr val="1F1F1F"/>
                </a:solidFill>
                <a:latin typeface="微軟正黑體" panose="020B0604030504040204" pitchFamily="34" charset="-120"/>
                <a:ea typeface="微軟正黑體" panose="020B0604030504040204" pitchFamily="34" charset="-120"/>
              </a:rPr>
              <a:t>1</a:t>
            </a:r>
            <a:r>
              <a:rPr lang="zh-TW" altLang="en-US" sz="1600" b="1" dirty="0">
                <a:solidFill>
                  <a:srgbClr val="1F1F1F"/>
                </a:solidFill>
                <a:latin typeface="微軟正黑體" panose="020B0604030504040204" pitchFamily="34" charset="-120"/>
                <a:ea typeface="微軟正黑體" panose="020B0604030504040204" pitchFamily="34" charset="-120"/>
              </a:rPr>
              <a:t>個</a:t>
            </a:r>
            <a:endParaRPr lang="en-US" altLang="zh-TW" sz="1600" b="1" dirty="0">
              <a:solidFill>
                <a:srgbClr val="1F1F1F"/>
              </a:solidFill>
              <a:latin typeface="微軟正黑體" panose="020B0604030504040204" pitchFamily="34" charset="-120"/>
              <a:ea typeface="微軟正黑體" panose="020B0604030504040204" pitchFamily="34" charset="-120"/>
            </a:endParaRPr>
          </a:p>
          <a:p>
            <a:pPr algn="ctr"/>
            <a:r>
              <a:rPr lang="en-US" altLang="zh-TW" sz="1600" b="1" dirty="0">
                <a:solidFill>
                  <a:srgbClr val="FF0000"/>
                </a:solidFill>
                <a:latin typeface="微軟正黑體" panose="020B0604030504040204" pitchFamily="34" charset="-120"/>
                <a:ea typeface="微軟正黑體" panose="020B0604030504040204" pitchFamily="34" charset="-120"/>
              </a:rPr>
              <a:t>DVH</a:t>
            </a:r>
            <a:r>
              <a:rPr lang="zh-TW" altLang="en-US" sz="1600" b="1" dirty="0">
                <a:solidFill>
                  <a:srgbClr val="FF0000"/>
                </a:solidFill>
                <a:latin typeface="微軟正黑體" panose="020B0604030504040204" pitchFamily="34" charset="-120"/>
                <a:ea typeface="微軟正黑體" panose="020B0604030504040204" pitchFamily="34" charset="-120"/>
              </a:rPr>
              <a:t>參數</a:t>
            </a:r>
            <a:endParaRPr lang="zh-TW" altLang="en-US" sz="1600" b="1" dirty="0">
              <a:solidFill>
                <a:srgbClr val="1F1F1F"/>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187663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FAFD-3818-FA6B-F40E-3497CF26E716}"/>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DABCA346-061C-75E2-037A-8C3B55427205}"/>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A79C47A8-8AB4-27D7-7939-1FA999A4569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31D6C904-FAA7-7D61-94F9-FD11C908BECD}"/>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E8FCE746-D995-671A-D756-C85132D04B36}"/>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617ED07B-713F-FF80-6B98-356A8CA151D4}"/>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BAB457BF-9B70-6CCC-CE82-14F4A0785D8F}"/>
              </a:ext>
            </a:extLst>
          </p:cNvPr>
          <p:cNvSpPr txBox="1">
            <a:spLocks noChangeArrowheads="1"/>
          </p:cNvSpPr>
          <p:nvPr/>
        </p:nvSpPr>
        <p:spPr bwMode="auto">
          <a:xfrm>
            <a:off x="1264628" y="304730"/>
            <a:ext cx="2869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b="1" dirty="0">
                <a:solidFill>
                  <a:srgbClr val="222222"/>
                </a:solidFill>
                <a:highlight>
                  <a:srgbClr val="FFFFFF"/>
                </a:highlight>
                <a:latin typeface="微軟正黑體" panose="020B0604030504040204" pitchFamily="34" charset="-120"/>
                <a:ea typeface="微軟正黑體" panose="020B0604030504040204" pitchFamily="34" charset="-120"/>
              </a:rPr>
              <a:t>模型的參數和性能</a:t>
            </a:r>
            <a:endParaRPr lang="en-US" altLang="zh-TW" sz="24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B9B883F7-A318-9711-6E1E-F1A9C4ED90F9}"/>
              </a:ext>
            </a:extLst>
          </p:cNvPr>
          <p:cNvCxnSpPr>
            <a:cxnSpLocks/>
            <a:endCxn id="12" idx="3"/>
          </p:cNvCxnSpPr>
          <p:nvPr/>
        </p:nvCxnSpPr>
        <p:spPr>
          <a:xfrm flipH="1" flipV="1">
            <a:off x="4134254" y="535563"/>
            <a:ext cx="7692907" cy="56079"/>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C4E777A-4D36-AD1E-CEC3-84D596D5B7EC}"/>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5511494D-39D0-E423-2783-789073C41E2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12</a:t>
            </a:fld>
            <a:endParaRPr lang="en-US" altLang="zh-CN" sz="1400" dirty="0">
              <a:solidFill>
                <a:schemeClr val="bg1"/>
              </a:solidFill>
              <a:latin typeface="微软雅黑" pitchFamily="34" charset="-122"/>
              <a:ea typeface="微软雅黑" pitchFamily="34" charset="-122"/>
            </a:endParaRPr>
          </a:p>
        </p:txBody>
      </p:sp>
      <p:pic>
        <p:nvPicPr>
          <p:cNvPr id="30" name="圖片 29">
            <a:extLst>
              <a:ext uri="{FF2B5EF4-FFF2-40B4-BE49-F238E27FC236}">
                <a16:creationId xmlns:a16="http://schemas.microsoft.com/office/drawing/2014/main" id="{6FEB735A-850E-1BB0-7100-B7F0A9EE3B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7694"/>
            <a:ext cx="4374037" cy="4962611"/>
          </a:xfrm>
          <a:prstGeom prst="rect">
            <a:avLst/>
          </a:prstGeom>
        </p:spPr>
      </p:pic>
      <p:pic>
        <p:nvPicPr>
          <p:cNvPr id="4" name="圖片 3">
            <a:extLst>
              <a:ext uri="{FF2B5EF4-FFF2-40B4-BE49-F238E27FC236}">
                <a16:creationId xmlns:a16="http://schemas.microsoft.com/office/drawing/2014/main" id="{16EDC0B3-862A-2C76-D347-3BA9639DA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3781" y="1549460"/>
            <a:ext cx="4100353" cy="5184796"/>
          </a:xfrm>
          <a:prstGeom prst="rect">
            <a:avLst/>
          </a:prstGeom>
        </p:spPr>
      </p:pic>
      <p:pic>
        <p:nvPicPr>
          <p:cNvPr id="18" name="圖片 17">
            <a:extLst>
              <a:ext uri="{FF2B5EF4-FFF2-40B4-BE49-F238E27FC236}">
                <a16:creationId xmlns:a16="http://schemas.microsoft.com/office/drawing/2014/main" id="{76DFA5E9-C9F3-C199-1D14-8A2F0EE450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9555" y="1583659"/>
            <a:ext cx="3703941" cy="2400590"/>
          </a:xfrm>
          <a:prstGeom prst="rect">
            <a:avLst/>
          </a:prstGeom>
        </p:spPr>
      </p:pic>
      <p:pic>
        <p:nvPicPr>
          <p:cNvPr id="6" name="圖片 5">
            <a:extLst>
              <a:ext uri="{FF2B5EF4-FFF2-40B4-BE49-F238E27FC236}">
                <a16:creationId xmlns:a16="http://schemas.microsoft.com/office/drawing/2014/main" id="{6C33667B-8C78-925D-E2EC-A4ED8C6152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65849" y="649806"/>
            <a:ext cx="3956186" cy="989046"/>
          </a:xfrm>
          <a:prstGeom prst="rect">
            <a:avLst/>
          </a:prstGeom>
        </p:spPr>
      </p:pic>
      <p:pic>
        <p:nvPicPr>
          <p:cNvPr id="19" name="圖片 18">
            <a:extLst>
              <a:ext uri="{FF2B5EF4-FFF2-40B4-BE49-F238E27FC236}">
                <a16:creationId xmlns:a16="http://schemas.microsoft.com/office/drawing/2014/main" id="{B2E5C0AD-B3CA-911B-2A58-8346E2AC26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27565" y="686375"/>
            <a:ext cx="3442862" cy="860715"/>
          </a:xfrm>
          <a:prstGeom prst="rect">
            <a:avLst/>
          </a:prstGeom>
        </p:spPr>
      </p:pic>
      <p:cxnSp>
        <p:nvCxnSpPr>
          <p:cNvPr id="22" name="直線接點 21">
            <a:extLst>
              <a:ext uri="{FF2B5EF4-FFF2-40B4-BE49-F238E27FC236}">
                <a16:creationId xmlns:a16="http://schemas.microsoft.com/office/drawing/2014/main" id="{DCB7290B-F6B4-CFF0-8694-F890F07A017D}"/>
              </a:ext>
            </a:extLst>
          </p:cNvPr>
          <p:cNvCxnSpPr/>
          <p:nvPr/>
        </p:nvCxnSpPr>
        <p:spPr>
          <a:xfrm>
            <a:off x="4213782" y="616061"/>
            <a:ext cx="0" cy="6106492"/>
          </a:xfrm>
          <a:prstGeom prst="line">
            <a:avLst/>
          </a:prstGeom>
          <a:ln>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B69514D2-FED4-DAE5-5088-AE0E54C218F0}"/>
              </a:ext>
            </a:extLst>
          </p:cNvPr>
          <p:cNvCxnSpPr/>
          <p:nvPr/>
        </p:nvCxnSpPr>
        <p:spPr>
          <a:xfrm>
            <a:off x="8136903" y="591642"/>
            <a:ext cx="0" cy="610649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C8D733F2-656F-2F6F-6719-678F4D7F9AD5}"/>
              </a:ext>
            </a:extLst>
          </p:cNvPr>
          <p:cNvCxnSpPr>
            <a:cxnSpLocks/>
          </p:cNvCxnSpPr>
          <p:nvPr/>
        </p:nvCxnSpPr>
        <p:spPr>
          <a:xfrm>
            <a:off x="0" y="3754794"/>
            <a:ext cx="4213782" cy="0"/>
          </a:xfrm>
          <a:prstGeom prst="line">
            <a:avLst/>
          </a:prstGeom>
          <a:ln>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B0D4867B-E8CB-E78A-D8A7-FB34765FFD2F}"/>
              </a:ext>
            </a:extLst>
          </p:cNvPr>
          <p:cNvCxnSpPr>
            <a:cxnSpLocks/>
          </p:cNvCxnSpPr>
          <p:nvPr/>
        </p:nvCxnSpPr>
        <p:spPr>
          <a:xfrm flipV="1">
            <a:off x="4213782" y="3644888"/>
            <a:ext cx="3923121" cy="9950"/>
          </a:xfrm>
          <a:prstGeom prst="line">
            <a:avLst/>
          </a:prstGeom>
          <a:ln>
            <a:solidFill>
              <a:srgbClr val="FF3300"/>
            </a:solidFill>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73E83A73-A545-FB49-E774-032881E81522}"/>
              </a:ext>
            </a:extLst>
          </p:cNvPr>
          <p:cNvSpPr txBox="1"/>
          <p:nvPr/>
        </p:nvSpPr>
        <p:spPr>
          <a:xfrm>
            <a:off x="8142282" y="4419452"/>
            <a:ext cx="4174501" cy="1330814"/>
          </a:xfrm>
          <a:prstGeom prst="rect">
            <a:avLst/>
          </a:prstGeom>
          <a:noFill/>
        </p:spPr>
        <p:txBody>
          <a:bodyPr wrap="square">
            <a:spAutoFit/>
          </a:bodyPr>
          <a:lstStyle/>
          <a:p>
            <a:pPr>
              <a:lnSpc>
                <a:spcPct val="150000"/>
              </a:lnSpc>
            </a:pPr>
            <a:r>
              <a:rPr lang="en-US" altLang="zh-TW" sz="1100" b="1" dirty="0">
                <a:latin typeface="微軟正黑體" panose="020B0604030504040204" pitchFamily="34" charset="-120"/>
                <a:ea typeface="微軟正黑體" panose="020B0604030504040204" pitchFamily="34" charset="-120"/>
              </a:rPr>
              <a:t>β </a:t>
            </a:r>
            <a:r>
              <a:rPr lang="zh-TW" altLang="en-US" sz="1100" b="1" dirty="0">
                <a:latin typeface="微軟正黑體" panose="020B0604030504040204" pitchFamily="34" charset="-120"/>
                <a:ea typeface="微軟正黑體" panose="020B0604030504040204" pitchFamily="34" charset="-120"/>
              </a:rPr>
              <a:t>值 </a:t>
            </a:r>
            <a:r>
              <a:rPr lang="en-US" altLang="zh-TW" sz="1100" b="1" dirty="0">
                <a:latin typeface="微軟正黑體" panose="020B0604030504040204" pitchFamily="34" charset="-120"/>
                <a:ea typeface="微軟正黑體" panose="020B0604030504040204" pitchFamily="34" charset="-120"/>
              </a:rPr>
              <a:t>:</a:t>
            </a:r>
            <a:r>
              <a:rPr lang="zh-TW" altLang="en-US" sz="1100" b="1" dirty="0">
                <a:latin typeface="微軟正黑體" panose="020B0604030504040204" pitchFamily="34" charset="-120"/>
                <a:ea typeface="微軟正黑體" panose="020B0604030504040204" pitchFamily="34" charset="-120"/>
              </a:rPr>
              <a:t> </a:t>
            </a:r>
            <a:r>
              <a:rPr lang="zh-TW" altLang="en-US" sz="1100" dirty="0">
                <a:latin typeface="微軟正黑體" panose="020B0604030504040204" pitchFamily="34" charset="-120"/>
                <a:ea typeface="微軟正黑體" panose="020B0604030504040204" pitchFamily="34" charset="-120"/>
              </a:rPr>
              <a:t>每個特徵的影響力</a:t>
            </a:r>
            <a:endParaRPr lang="en-US" altLang="zh-TW" sz="1100" dirty="0">
              <a:latin typeface="微軟正黑體" panose="020B0604030504040204" pitchFamily="34" charset="-120"/>
              <a:ea typeface="微軟正黑體" panose="020B0604030504040204" pitchFamily="34" charset="-120"/>
            </a:endParaRPr>
          </a:p>
          <a:p>
            <a:pPr>
              <a:lnSpc>
                <a:spcPct val="150000"/>
              </a:lnSpc>
            </a:pPr>
            <a:r>
              <a:rPr lang="en-US" altLang="zh-TW" sz="1100" b="1" dirty="0">
                <a:latin typeface="微軟正黑體" panose="020B0604030504040204" pitchFamily="34" charset="-120"/>
                <a:ea typeface="微軟正黑體" panose="020B0604030504040204" pitchFamily="34" charset="-120"/>
              </a:rPr>
              <a:t>AUC</a:t>
            </a:r>
            <a:r>
              <a:rPr lang="zh-TW" altLang="en-US" sz="1100" b="1" dirty="0">
                <a:latin typeface="微軟正黑體" panose="020B0604030504040204" pitchFamily="34" charset="-120"/>
                <a:ea typeface="微軟正黑體" panose="020B0604030504040204" pitchFamily="34" charset="-120"/>
              </a:rPr>
              <a:t>（</a:t>
            </a:r>
            <a:r>
              <a:rPr lang="en-US" altLang="zh-TW" sz="1100" b="1" dirty="0">
                <a:latin typeface="微軟正黑體" panose="020B0604030504040204" pitchFamily="34" charset="-120"/>
                <a:ea typeface="微軟正黑體" panose="020B0604030504040204" pitchFamily="34" charset="-120"/>
              </a:rPr>
              <a:t>Area Under Curve</a:t>
            </a:r>
            <a:r>
              <a:rPr lang="zh-TW" altLang="en-US" sz="1100" b="1"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模型區分能力，值越接近 </a:t>
            </a:r>
            <a:r>
              <a:rPr lang="en-US" altLang="zh-TW" sz="1100" dirty="0">
                <a:latin typeface="微軟正黑體" panose="020B0604030504040204" pitchFamily="34" charset="-120"/>
                <a:ea typeface="微軟正黑體" panose="020B0604030504040204" pitchFamily="34" charset="-120"/>
              </a:rPr>
              <a:t>1 </a:t>
            </a:r>
            <a:r>
              <a:rPr lang="zh-TW" altLang="en-US" sz="1100" dirty="0">
                <a:latin typeface="微軟正黑體" panose="020B0604030504040204" pitchFamily="34" charset="-120"/>
                <a:ea typeface="微軟正黑體" panose="020B0604030504040204" pitchFamily="34" charset="-120"/>
              </a:rPr>
              <a:t>越好</a:t>
            </a:r>
            <a:endParaRPr lang="en-US" altLang="zh-TW" sz="1100" dirty="0">
              <a:latin typeface="微軟正黑體" panose="020B0604030504040204" pitchFamily="34" charset="-120"/>
              <a:ea typeface="微軟正黑體" panose="020B0604030504040204" pitchFamily="34" charset="-120"/>
            </a:endParaRPr>
          </a:p>
          <a:p>
            <a:pPr>
              <a:lnSpc>
                <a:spcPct val="150000"/>
              </a:lnSpc>
            </a:pPr>
            <a:r>
              <a:rPr lang="en-US" altLang="zh-TW" sz="1100" b="1" dirty="0" err="1">
                <a:latin typeface="微軟正黑體" panose="020B0604030504040204" pitchFamily="34" charset="-120"/>
                <a:ea typeface="微軟正黑體" panose="020B0604030504040204" pitchFamily="34" charset="-120"/>
              </a:rPr>
              <a:t>AICc</a:t>
            </a:r>
            <a:r>
              <a:rPr lang="zh-TW" altLang="en-US" sz="1100" b="1" dirty="0">
                <a:latin typeface="微軟正黑體" panose="020B0604030504040204" pitchFamily="34" charset="-120"/>
                <a:ea typeface="微軟正黑體" panose="020B0604030504040204" pitchFamily="34" charset="-120"/>
              </a:rPr>
              <a:t>（校正後赤池信息量準則）：</a:t>
            </a:r>
            <a:r>
              <a:rPr lang="zh-TW" altLang="en-US" sz="1100" dirty="0">
                <a:latin typeface="微軟正黑體" panose="020B0604030504040204" pitchFamily="34" charset="-120"/>
                <a:ea typeface="微軟正黑體" panose="020B0604030504040204" pitchFamily="34" charset="-120"/>
              </a:rPr>
              <a:t>衡量模型的擬合度和簡潔性，值越小越好。</a:t>
            </a:r>
            <a:endParaRPr lang="en-US" altLang="zh-TW" sz="1100" dirty="0">
              <a:latin typeface="微軟正黑體" panose="020B0604030504040204" pitchFamily="34" charset="-120"/>
              <a:ea typeface="微軟正黑體" panose="020B0604030504040204" pitchFamily="34" charset="-120"/>
            </a:endParaRPr>
          </a:p>
          <a:p>
            <a:pPr>
              <a:lnSpc>
                <a:spcPct val="150000"/>
              </a:lnSpc>
            </a:pPr>
            <a:r>
              <a:rPr lang="en-US" altLang="zh-TW" sz="1100" b="1" dirty="0">
                <a:latin typeface="微軟正黑體" panose="020B0604030504040204" pitchFamily="34" charset="-120"/>
                <a:ea typeface="微軟正黑體" panose="020B0604030504040204" pitchFamily="34" charset="-120"/>
              </a:rPr>
              <a:t>ΔAUC</a:t>
            </a:r>
            <a:r>
              <a:rPr lang="zh-TW" altLang="en-US" sz="1100" b="1"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表示其他模型與 </a:t>
            </a:r>
            <a:r>
              <a:rPr lang="en-US" altLang="zh-TW" sz="1100" dirty="0">
                <a:latin typeface="微軟正黑體" panose="020B0604030504040204" pitchFamily="34" charset="-120"/>
                <a:ea typeface="微軟正黑體" panose="020B0604030504040204" pitchFamily="34" charset="-120"/>
              </a:rPr>
              <a:t>Hybrid </a:t>
            </a:r>
            <a:r>
              <a:rPr lang="zh-TW" altLang="en-US" sz="1100" dirty="0">
                <a:latin typeface="微軟正黑體" panose="020B0604030504040204" pitchFamily="34" charset="-120"/>
                <a:ea typeface="微軟正黑體" panose="020B0604030504040204" pitchFamily="34" charset="-120"/>
              </a:rPr>
              <a:t>模型之間的性能差距。</a:t>
            </a:r>
          </a:p>
        </p:txBody>
      </p:sp>
      <p:pic>
        <p:nvPicPr>
          <p:cNvPr id="20" name="圖片 19">
            <a:extLst>
              <a:ext uri="{FF2B5EF4-FFF2-40B4-BE49-F238E27FC236}">
                <a16:creationId xmlns:a16="http://schemas.microsoft.com/office/drawing/2014/main" id="{A24F598D-B613-0990-0158-8CF7D4398DAC}"/>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6061" b="97521" l="4000" r="93867">
                        <a14:foregroundMark x1="40267" y1="6336" x2="40267" y2="6336"/>
                        <a14:foregroundMark x1="91467" y1="38567" x2="91467" y2="38567"/>
                        <a14:foregroundMark x1="93867" y1="57851" x2="93867" y2="57851"/>
                        <a14:foregroundMark x1="65867" y1="93939" x2="65867" y2="93939"/>
                        <a14:foregroundMark x1="12267" y1="71074" x2="12267" y2="71074"/>
                        <a14:foregroundMark x1="47733" y1="97521" x2="47733" y2="97521"/>
                        <a14:foregroundMark x1="4000" y1="50138" x2="4000" y2="50138"/>
                        <a14:foregroundMark x1="52000" y1="33333" x2="52000" y2="33333"/>
                        <a14:foregroundMark x1="80000" y1="60331" x2="80000" y2="60331"/>
                      </a14:backgroundRemoval>
                    </a14:imgEffect>
                  </a14:imgLayer>
                </a14:imgProps>
              </a:ext>
            </a:extLst>
          </a:blip>
          <a:stretch>
            <a:fillRect/>
          </a:stretch>
        </p:blipFill>
        <p:spPr>
          <a:xfrm>
            <a:off x="8274101" y="967686"/>
            <a:ext cx="388078" cy="375660"/>
          </a:xfrm>
          <a:prstGeom prst="rect">
            <a:avLst/>
          </a:prstGeom>
        </p:spPr>
      </p:pic>
    </p:spTree>
    <p:extLst>
      <p:ext uri="{BB962C8B-B14F-4D97-AF65-F5344CB8AC3E}">
        <p14:creationId xmlns:p14="http://schemas.microsoft.com/office/powerpoint/2010/main" val="23691273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3C86-A40E-9A4D-C3D2-DD452922B68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BD8F21C0-8004-2FC6-7895-60274CA7FFF6}"/>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EAE4A9AE-A35F-6AF3-BA2E-BB36AFA6BE5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3A94547-C8B0-70B7-9A98-8F13742C8DBE}"/>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8AF56338-2266-DDFB-715A-C158D5D44DB0}"/>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E97C9E3E-62E2-F2C1-7080-85DBE709BCA1}"/>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B93D1D74-97F7-2602-48C7-E6BC1C864D25}"/>
              </a:ext>
            </a:extLst>
          </p:cNvPr>
          <p:cNvSpPr txBox="1">
            <a:spLocks noChangeArrowheads="1"/>
          </p:cNvSpPr>
          <p:nvPr/>
        </p:nvSpPr>
        <p:spPr bwMode="auto">
          <a:xfrm>
            <a:off x="1264628" y="304730"/>
            <a:ext cx="1619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b="1" dirty="0">
                <a:solidFill>
                  <a:srgbClr val="222222"/>
                </a:solidFill>
                <a:highlight>
                  <a:srgbClr val="FFFFFF"/>
                </a:highlight>
                <a:latin typeface="微軟正黑體" panose="020B0604030504040204" pitchFamily="34" charset="-120"/>
                <a:ea typeface="微軟正黑體" panose="020B0604030504040204" pitchFamily="34" charset="-120"/>
              </a:rPr>
              <a:t>模型性能</a:t>
            </a:r>
            <a:endParaRPr lang="en-US" altLang="zh-TW" sz="24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96ED09CD-1456-ED9D-C254-46DDBDEE5ED6}"/>
              </a:ext>
            </a:extLst>
          </p:cNvPr>
          <p:cNvCxnSpPr>
            <a:cxnSpLocks/>
            <a:endCxn id="12" idx="3"/>
          </p:cNvCxnSpPr>
          <p:nvPr/>
        </p:nvCxnSpPr>
        <p:spPr>
          <a:xfrm flipH="1" flipV="1">
            <a:off x="2884602" y="535563"/>
            <a:ext cx="8942559" cy="56079"/>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E097B4F-400A-05E6-24EB-7C0355866B39}"/>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452FD28F-D707-70FC-3C9D-D5A0224E5CC2}"/>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13</a:t>
            </a:fld>
            <a:endParaRPr lang="en-US" altLang="zh-CN" sz="1400" dirty="0">
              <a:solidFill>
                <a:schemeClr val="bg1"/>
              </a:solidFill>
              <a:latin typeface="微软雅黑" pitchFamily="34" charset="-122"/>
              <a:ea typeface="微软雅黑" pitchFamily="34" charset="-122"/>
            </a:endParaRPr>
          </a:p>
        </p:txBody>
      </p:sp>
      <p:sp>
        <p:nvSpPr>
          <p:cNvPr id="24" name="文字方塊 23">
            <a:extLst>
              <a:ext uri="{FF2B5EF4-FFF2-40B4-BE49-F238E27FC236}">
                <a16:creationId xmlns:a16="http://schemas.microsoft.com/office/drawing/2014/main" id="{D72C1026-472F-B1F4-6519-82CE864EF412}"/>
              </a:ext>
            </a:extLst>
          </p:cNvPr>
          <p:cNvSpPr txBox="1"/>
          <p:nvPr/>
        </p:nvSpPr>
        <p:spPr>
          <a:xfrm>
            <a:off x="2283663" y="6402101"/>
            <a:ext cx="866775"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風險分數</a:t>
            </a:r>
          </a:p>
        </p:txBody>
      </p:sp>
      <p:sp>
        <p:nvSpPr>
          <p:cNvPr id="25" name="文字方塊 24">
            <a:extLst>
              <a:ext uri="{FF2B5EF4-FFF2-40B4-BE49-F238E27FC236}">
                <a16:creationId xmlns:a16="http://schemas.microsoft.com/office/drawing/2014/main" id="{38EB6F8D-0ADA-7ED2-4990-E63A1E56CA09}"/>
              </a:ext>
            </a:extLst>
          </p:cNvPr>
          <p:cNvSpPr txBox="1"/>
          <p:nvPr/>
        </p:nvSpPr>
        <p:spPr>
          <a:xfrm rot="16200000">
            <a:off x="-787886" y="3819568"/>
            <a:ext cx="2213225" cy="276999"/>
          </a:xfrm>
          <a:prstGeom prst="rect">
            <a:avLst/>
          </a:prstGeom>
          <a:noFill/>
        </p:spPr>
        <p:txBody>
          <a:bodyPr wrap="square">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急性口腔黏膜炎的發生概率</a:t>
            </a:r>
          </a:p>
        </p:txBody>
      </p:sp>
      <p:sp>
        <p:nvSpPr>
          <p:cNvPr id="28" name="文字方塊 27">
            <a:extLst>
              <a:ext uri="{FF2B5EF4-FFF2-40B4-BE49-F238E27FC236}">
                <a16:creationId xmlns:a16="http://schemas.microsoft.com/office/drawing/2014/main" id="{3591A27C-9FE6-B768-EEBF-7C8DF3B70734}"/>
              </a:ext>
            </a:extLst>
          </p:cNvPr>
          <p:cNvSpPr txBox="1"/>
          <p:nvPr/>
        </p:nvSpPr>
        <p:spPr>
          <a:xfrm>
            <a:off x="96314" y="1055033"/>
            <a:ext cx="5761750" cy="1074077"/>
          </a:xfrm>
          <a:prstGeom prst="rect">
            <a:avLst/>
          </a:prstGeom>
          <a:noFill/>
        </p:spPr>
        <p:txBody>
          <a:bodyPr wrap="square">
            <a:spAutoFit/>
          </a:bodyPr>
          <a:lstStyle/>
          <a:p>
            <a:r>
              <a:rPr lang="zh-TW" altLang="en-US" sz="1200" b="1" dirty="0">
                <a:solidFill>
                  <a:srgbClr val="FF0000"/>
                </a:solidFill>
                <a:latin typeface="微軟正黑體" panose="020B0604030504040204" pitchFamily="34" charset="-120"/>
                <a:ea typeface="微軟正黑體" panose="020B0604030504040204" pitchFamily="34" charset="-120"/>
              </a:rPr>
              <a:t>紅線</a:t>
            </a:r>
            <a:r>
              <a:rPr lang="zh-TW" altLang="en-US" sz="1200" dirty="0">
                <a:solidFill>
                  <a:srgbClr val="FF0000"/>
                </a:solidFill>
                <a:latin typeface="微軟正黑體" panose="020B0604030504040204" pitchFamily="34" charset="-120"/>
                <a:ea typeface="微軟正黑體" panose="020B0604030504040204" pitchFamily="34" charset="-120"/>
              </a:rPr>
              <a:t> </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是基於 </a:t>
            </a:r>
            <a:r>
              <a:rPr lang="en-US" altLang="zh-TW" sz="1200" dirty="0">
                <a:latin typeface="微軟正黑體" panose="020B0604030504040204" pitchFamily="34" charset="-120"/>
                <a:ea typeface="微軟正黑體" panose="020B0604030504040204" pitchFamily="34" charset="-120"/>
              </a:rPr>
              <a:t>NTCP </a:t>
            </a:r>
            <a:r>
              <a:rPr lang="zh-TW" altLang="en-US" sz="1200" dirty="0">
                <a:latin typeface="微軟正黑體" panose="020B0604030504040204" pitchFamily="34" charset="-120"/>
                <a:ea typeface="微軟正黑體" panose="020B0604030504040204" pitchFamily="34" charset="-120"/>
              </a:rPr>
              <a:t>模型計算出的預測結果曲線。</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b="1" dirty="0">
                <a:latin typeface="微軟正黑體" panose="020B0604030504040204" pitchFamily="34" charset="-120"/>
                <a:ea typeface="微軟正黑體" panose="020B0604030504040204" pitchFamily="34" charset="-120"/>
              </a:rPr>
              <a:t>黑虛線 </a:t>
            </a:r>
            <a:r>
              <a:rPr lang="en-US" altLang="zh-TW" sz="1200" b="1"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模型預測的可靠性範圍。虛線範圍越窄，表示模型的預測越穩定。</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b="1" dirty="0">
                <a:latin typeface="微軟正黑體" panose="020B0604030504040204" pitchFamily="34" charset="-120"/>
                <a:ea typeface="微軟正黑體" panose="020B0604030504040204" pitchFamily="34" charset="-120"/>
              </a:rPr>
              <a:t>黑點 </a:t>
            </a:r>
            <a:r>
              <a:rPr lang="en-US" altLang="zh-TW" sz="1200" b="1" dirty="0">
                <a:latin typeface="微軟正黑體" panose="020B0604030504040204" pitchFamily="34" charset="-120"/>
                <a:ea typeface="微軟正黑體" panose="020B0604030504040204" pitchFamily="34" charset="-120"/>
              </a:rPr>
              <a:t>: </a:t>
            </a:r>
            <a:r>
              <a:rPr lang="zh-TW" altLang="en-US" sz="1200" dirty="0">
                <a:latin typeface="微軟正黑體" panose="020B0604030504040204" pitchFamily="34" charset="-120"/>
                <a:ea typeface="微軟正黑體" panose="020B0604030504040204" pitchFamily="34" charset="-120"/>
              </a:rPr>
              <a:t>特定的風險分數。</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dirty="0">
                <a:latin typeface="微軟正黑體" panose="020B0604030504040204" pitchFamily="34" charset="-120"/>
                <a:ea typeface="微軟正黑體" panose="020B0604030504040204" pitchFamily="34" charset="-120"/>
              </a:rPr>
              <a:t>模型預測機率高於 </a:t>
            </a:r>
            <a:r>
              <a:rPr lang="en-US" altLang="zh-TW" sz="1200" dirty="0">
                <a:latin typeface="微軟正黑體" panose="020B0604030504040204" pitchFamily="34" charset="-120"/>
                <a:ea typeface="微軟正黑體" panose="020B0604030504040204" pitchFamily="34" charset="-120"/>
              </a:rPr>
              <a:t>44.0% </a:t>
            </a:r>
            <a:r>
              <a:rPr lang="zh-TW" altLang="en-US" sz="1200" dirty="0">
                <a:latin typeface="微軟正黑體" panose="020B0604030504040204" pitchFamily="34" charset="-120"/>
                <a:ea typeface="微軟正黑體" panose="020B0604030504040204" pitchFamily="34" charset="-120"/>
              </a:rPr>
              <a:t>的患者分類為高風險，低於 </a:t>
            </a:r>
            <a:r>
              <a:rPr lang="en-US" altLang="zh-TW" sz="1200" dirty="0">
                <a:latin typeface="微軟正黑體" panose="020B0604030504040204" pitchFamily="34" charset="-120"/>
                <a:ea typeface="微軟正黑體" panose="020B0604030504040204" pitchFamily="34" charset="-120"/>
              </a:rPr>
              <a:t>44.0% </a:t>
            </a:r>
            <a:r>
              <a:rPr lang="zh-TW" altLang="en-US" sz="1200" dirty="0">
                <a:latin typeface="微軟正黑體" panose="020B0604030504040204" pitchFamily="34" charset="-120"/>
                <a:ea typeface="微軟正黑體" panose="020B0604030504040204" pitchFamily="34" charset="-120"/>
              </a:rPr>
              <a:t>的患者分類為低風險</a:t>
            </a:r>
            <a:endParaRPr lang="en-US" altLang="zh-TW" sz="1200" dirty="0">
              <a:latin typeface="微軟正黑體" panose="020B0604030504040204" pitchFamily="34" charset="-120"/>
              <a:ea typeface="微軟正黑體" panose="020B0604030504040204" pitchFamily="34" charset="-120"/>
            </a:endParaRPr>
          </a:p>
        </p:txBody>
      </p:sp>
      <p:pic>
        <p:nvPicPr>
          <p:cNvPr id="3" name="圖片 2">
            <a:extLst>
              <a:ext uri="{FF2B5EF4-FFF2-40B4-BE49-F238E27FC236}">
                <a16:creationId xmlns:a16="http://schemas.microsoft.com/office/drawing/2014/main" id="{0ECB71BD-538A-B01B-B4E0-9066D5A4D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1839" y="977406"/>
            <a:ext cx="5813264" cy="2717624"/>
          </a:xfrm>
          <a:prstGeom prst="rect">
            <a:avLst/>
          </a:prstGeom>
        </p:spPr>
      </p:pic>
      <p:pic>
        <p:nvPicPr>
          <p:cNvPr id="6" name="圖片 5">
            <a:extLst>
              <a:ext uri="{FF2B5EF4-FFF2-40B4-BE49-F238E27FC236}">
                <a16:creationId xmlns:a16="http://schemas.microsoft.com/office/drawing/2014/main" id="{E501A73F-CCDA-2E80-F1EF-E15BF77EF3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196" y="2290300"/>
            <a:ext cx="4155926" cy="4075274"/>
          </a:xfrm>
          <a:prstGeom prst="rect">
            <a:avLst/>
          </a:prstGeom>
        </p:spPr>
      </p:pic>
      <p:sp>
        <p:nvSpPr>
          <p:cNvPr id="16" name="文字方塊 15">
            <a:extLst>
              <a:ext uri="{FF2B5EF4-FFF2-40B4-BE49-F238E27FC236}">
                <a16:creationId xmlns:a16="http://schemas.microsoft.com/office/drawing/2014/main" id="{31E87D70-6738-CC98-F331-D39412EC7644}"/>
              </a:ext>
            </a:extLst>
          </p:cNvPr>
          <p:cNvSpPr txBox="1"/>
          <p:nvPr/>
        </p:nvSpPr>
        <p:spPr>
          <a:xfrm>
            <a:off x="7106849" y="766395"/>
            <a:ext cx="710309"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預測</a:t>
            </a:r>
          </a:p>
        </p:txBody>
      </p:sp>
      <p:sp>
        <p:nvSpPr>
          <p:cNvPr id="17" name="文字方塊 16">
            <a:extLst>
              <a:ext uri="{FF2B5EF4-FFF2-40B4-BE49-F238E27FC236}">
                <a16:creationId xmlns:a16="http://schemas.microsoft.com/office/drawing/2014/main" id="{D6CDE8D9-24E6-740F-9235-5AA3B165DD75}"/>
              </a:ext>
            </a:extLst>
          </p:cNvPr>
          <p:cNvSpPr txBox="1"/>
          <p:nvPr/>
        </p:nvSpPr>
        <p:spPr>
          <a:xfrm rot="16200000">
            <a:off x="5134561" y="2197718"/>
            <a:ext cx="992925" cy="276999"/>
          </a:xfrm>
          <a:prstGeom prst="rect">
            <a:avLst/>
          </a:prstGeom>
          <a:noFill/>
        </p:spPr>
        <p:txBody>
          <a:bodyPr wrap="square" rtlCol="0">
            <a:spAutoFit/>
          </a:bodyPr>
          <a:lstStyle/>
          <a:p>
            <a:r>
              <a:rPr lang="zh-TW" altLang="en-US" sz="1200" dirty="0">
                <a:solidFill>
                  <a:srgbClr val="FF0000"/>
                </a:solidFill>
                <a:latin typeface="微軟正黑體" panose="020B0604030504040204" pitchFamily="34" charset="-120"/>
                <a:ea typeface="微軟正黑體" panose="020B0604030504040204" pitchFamily="34" charset="-120"/>
              </a:rPr>
              <a:t>真實</a:t>
            </a:r>
          </a:p>
        </p:txBody>
      </p:sp>
      <p:pic>
        <p:nvPicPr>
          <p:cNvPr id="19" name="圖片 18">
            <a:extLst>
              <a:ext uri="{FF2B5EF4-FFF2-40B4-BE49-F238E27FC236}">
                <a16:creationId xmlns:a16="http://schemas.microsoft.com/office/drawing/2014/main" id="{9C09AE55-1FF0-C647-3F97-4B6F76B8DB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43588" y="4073801"/>
            <a:ext cx="4611989" cy="2408548"/>
          </a:xfrm>
          <a:prstGeom prst="rect">
            <a:avLst/>
          </a:prstGeom>
        </p:spPr>
      </p:pic>
      <p:sp>
        <p:nvSpPr>
          <p:cNvPr id="21" name="文字方塊 20">
            <a:extLst>
              <a:ext uri="{FF2B5EF4-FFF2-40B4-BE49-F238E27FC236}">
                <a16:creationId xmlns:a16="http://schemas.microsoft.com/office/drawing/2014/main" id="{504B2608-2947-6FEE-7EE2-CEE5F5A6E5F3}"/>
              </a:ext>
            </a:extLst>
          </p:cNvPr>
          <p:cNvSpPr txBox="1"/>
          <p:nvPr/>
        </p:nvSpPr>
        <p:spPr>
          <a:xfrm>
            <a:off x="8000313" y="601461"/>
            <a:ext cx="3109504" cy="369332"/>
          </a:xfrm>
          <a:prstGeom prst="rect">
            <a:avLst/>
          </a:prstGeom>
          <a:noFill/>
        </p:spPr>
        <p:txBody>
          <a:bodyPr wrap="square">
            <a:spAutoFit/>
          </a:bodyPr>
          <a:lstStyle/>
          <a:p>
            <a:r>
              <a:rPr lang="zh-TW" altLang="en-US" sz="1400" b="1" dirty="0">
                <a:latin typeface="微軟正黑體" panose="020B0604030504040204" pitchFamily="34" charset="-120"/>
                <a:ea typeface="微軟正黑體" panose="020B0604030504040204" pitchFamily="34" charset="-120"/>
              </a:rPr>
              <a:t>混淆矩陣（</a:t>
            </a:r>
            <a:r>
              <a:rPr lang="en-US" altLang="zh-TW" sz="1400" b="1" dirty="0">
                <a:latin typeface="微軟正黑體" panose="020B0604030504040204" pitchFamily="34" charset="-120"/>
                <a:ea typeface="微軟正黑體" panose="020B0604030504040204" pitchFamily="34" charset="-120"/>
              </a:rPr>
              <a:t>Confusion Matrix</a:t>
            </a:r>
            <a:r>
              <a:rPr lang="zh-TW" altLang="en-US" dirty="0"/>
              <a:t>）</a:t>
            </a:r>
          </a:p>
        </p:txBody>
      </p:sp>
      <p:sp>
        <p:nvSpPr>
          <p:cNvPr id="23" name="文字方塊 22">
            <a:extLst>
              <a:ext uri="{FF2B5EF4-FFF2-40B4-BE49-F238E27FC236}">
                <a16:creationId xmlns:a16="http://schemas.microsoft.com/office/drawing/2014/main" id="{2646C472-2EA1-6B49-D796-3038DDABBD33}"/>
              </a:ext>
            </a:extLst>
          </p:cNvPr>
          <p:cNvSpPr txBox="1"/>
          <p:nvPr/>
        </p:nvSpPr>
        <p:spPr>
          <a:xfrm>
            <a:off x="6154823" y="4791291"/>
            <a:ext cx="688765" cy="369332"/>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敏感性</a:t>
            </a:r>
            <a:r>
              <a:rPr lang="zh-TW" altLang="en-US" dirty="0"/>
              <a:t> </a:t>
            </a:r>
          </a:p>
        </p:txBody>
      </p:sp>
      <p:sp>
        <p:nvSpPr>
          <p:cNvPr id="26" name="文字方塊 25">
            <a:extLst>
              <a:ext uri="{FF2B5EF4-FFF2-40B4-BE49-F238E27FC236}">
                <a16:creationId xmlns:a16="http://schemas.microsoft.com/office/drawing/2014/main" id="{561888B2-6487-4D37-A1C1-60DF14C3D1ED}"/>
              </a:ext>
            </a:extLst>
          </p:cNvPr>
          <p:cNvSpPr txBox="1"/>
          <p:nvPr/>
        </p:nvSpPr>
        <p:spPr>
          <a:xfrm>
            <a:off x="6154823" y="4474746"/>
            <a:ext cx="688765" cy="369332"/>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準確率</a:t>
            </a:r>
            <a:r>
              <a:rPr lang="zh-TW" altLang="en-US" dirty="0"/>
              <a:t> </a:t>
            </a:r>
          </a:p>
        </p:txBody>
      </p:sp>
      <p:sp>
        <p:nvSpPr>
          <p:cNvPr id="27" name="文字方塊 26">
            <a:extLst>
              <a:ext uri="{FF2B5EF4-FFF2-40B4-BE49-F238E27FC236}">
                <a16:creationId xmlns:a16="http://schemas.microsoft.com/office/drawing/2014/main" id="{81707973-026A-8B15-C8B7-17C904FE3A03}"/>
              </a:ext>
            </a:extLst>
          </p:cNvPr>
          <p:cNvSpPr txBox="1"/>
          <p:nvPr/>
        </p:nvSpPr>
        <p:spPr>
          <a:xfrm>
            <a:off x="6154823" y="5124447"/>
            <a:ext cx="688765" cy="369332"/>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特異性</a:t>
            </a:r>
            <a:r>
              <a:rPr lang="zh-TW" altLang="en-US" dirty="0"/>
              <a:t> </a:t>
            </a:r>
          </a:p>
        </p:txBody>
      </p:sp>
      <p:sp>
        <p:nvSpPr>
          <p:cNvPr id="29" name="文字方塊 28">
            <a:extLst>
              <a:ext uri="{FF2B5EF4-FFF2-40B4-BE49-F238E27FC236}">
                <a16:creationId xmlns:a16="http://schemas.microsoft.com/office/drawing/2014/main" id="{4D4220A0-EAD9-11CF-980E-9B056C778562}"/>
              </a:ext>
            </a:extLst>
          </p:cNvPr>
          <p:cNvSpPr txBox="1"/>
          <p:nvPr/>
        </p:nvSpPr>
        <p:spPr>
          <a:xfrm>
            <a:off x="6154822" y="5515072"/>
            <a:ext cx="809202" cy="276999"/>
          </a:xfrm>
          <a:prstGeom prst="rect">
            <a:avLst/>
          </a:prstGeom>
          <a:noFill/>
        </p:spPr>
        <p:txBody>
          <a:bodyPr wrap="square">
            <a:spAutoFit/>
          </a:bodyPr>
          <a:lstStyle/>
          <a:p>
            <a:r>
              <a:rPr lang="en-US" altLang="zh-TW" sz="1200" dirty="0">
                <a:latin typeface="微軟正黑體" panose="020B0604030504040204" pitchFamily="34" charset="-120"/>
                <a:ea typeface="微軟正黑體" panose="020B0604030504040204" pitchFamily="34" charset="-120"/>
              </a:rPr>
              <a:t>F1 </a:t>
            </a:r>
            <a:r>
              <a:rPr lang="zh-TW" altLang="en-US" sz="1200" dirty="0">
                <a:latin typeface="微軟正黑體" panose="020B0604030504040204" pitchFamily="34" charset="-120"/>
                <a:ea typeface="微軟正黑體" panose="020B0604030504040204" pitchFamily="34" charset="-120"/>
              </a:rPr>
              <a:t>分數 </a:t>
            </a:r>
          </a:p>
        </p:txBody>
      </p:sp>
      <p:sp>
        <p:nvSpPr>
          <p:cNvPr id="30" name="文字方塊 29">
            <a:extLst>
              <a:ext uri="{FF2B5EF4-FFF2-40B4-BE49-F238E27FC236}">
                <a16:creationId xmlns:a16="http://schemas.microsoft.com/office/drawing/2014/main" id="{DEE30550-D819-57C8-F593-E060AF5ED7EF}"/>
              </a:ext>
            </a:extLst>
          </p:cNvPr>
          <p:cNvSpPr txBox="1"/>
          <p:nvPr/>
        </p:nvSpPr>
        <p:spPr>
          <a:xfrm>
            <a:off x="6151680" y="5873871"/>
            <a:ext cx="688765" cy="553998"/>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精確率 </a:t>
            </a:r>
          </a:p>
          <a:p>
            <a:endParaRPr lang="zh-TW" altLang="en-US" dirty="0"/>
          </a:p>
        </p:txBody>
      </p:sp>
      <p:sp>
        <p:nvSpPr>
          <p:cNvPr id="31" name="文字方塊 30">
            <a:extLst>
              <a:ext uri="{FF2B5EF4-FFF2-40B4-BE49-F238E27FC236}">
                <a16:creationId xmlns:a16="http://schemas.microsoft.com/office/drawing/2014/main" id="{77BF72B1-8060-5099-E999-1E47EFD37793}"/>
              </a:ext>
            </a:extLst>
          </p:cNvPr>
          <p:cNvSpPr txBox="1"/>
          <p:nvPr/>
        </p:nvSpPr>
        <p:spPr>
          <a:xfrm>
            <a:off x="5926272" y="6205350"/>
            <a:ext cx="980038" cy="276999"/>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陰性預測值</a:t>
            </a:r>
          </a:p>
        </p:txBody>
      </p:sp>
    </p:spTree>
    <p:extLst>
      <p:ext uri="{BB962C8B-B14F-4D97-AF65-F5344CB8AC3E}">
        <p14:creationId xmlns:p14="http://schemas.microsoft.com/office/powerpoint/2010/main" val="38436982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F19BF-5C7D-6CAC-4917-70A7D07F7428}"/>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E37C564-6013-3261-1F5F-37FE7588A1D7}"/>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64FA1722-555D-B334-12DF-BAC190EEB39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5E75041-3D47-AFC7-CF9E-6A3B17728B4C}"/>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A0E9317-7DE0-6DC1-4785-0B658C6B2EE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AECBF42B-33E0-48AE-6C75-766E3C1ADA66}"/>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9F835FF4-47F3-00C0-8FA9-F1C576C5F12A}"/>
              </a:ext>
            </a:extLst>
          </p:cNvPr>
          <p:cNvSpPr txBox="1">
            <a:spLocks noChangeArrowheads="1"/>
          </p:cNvSpPr>
          <p:nvPr/>
        </p:nvSpPr>
        <p:spPr bwMode="auto">
          <a:xfrm>
            <a:off x="1264628" y="304730"/>
            <a:ext cx="1619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b="1" dirty="0">
                <a:solidFill>
                  <a:srgbClr val="222222"/>
                </a:solidFill>
                <a:highlight>
                  <a:srgbClr val="FFFFFF"/>
                </a:highlight>
                <a:latin typeface="微軟正黑體" panose="020B0604030504040204" pitchFamily="34" charset="-120"/>
                <a:ea typeface="微軟正黑體" panose="020B0604030504040204" pitchFamily="34" charset="-120"/>
              </a:rPr>
              <a:t>模型性能</a:t>
            </a:r>
            <a:endParaRPr lang="en-US" altLang="zh-TW" sz="2400" b="1" dirty="0">
              <a:solidFill>
                <a:srgbClr val="222222"/>
              </a:solidFill>
              <a:highlight>
                <a:srgbClr val="FFFFFF"/>
              </a:highlight>
              <a:latin typeface="微軟正黑體" panose="020B0604030504040204" pitchFamily="34" charset="-120"/>
              <a:ea typeface="微軟正黑體" panose="020B0604030504040204" pitchFamily="34" charset="-120"/>
            </a:endParaRPr>
          </a:p>
        </p:txBody>
      </p:sp>
      <p:cxnSp>
        <p:nvCxnSpPr>
          <p:cNvPr id="13" name="直接连接符 51">
            <a:extLst>
              <a:ext uri="{FF2B5EF4-FFF2-40B4-BE49-F238E27FC236}">
                <a16:creationId xmlns:a16="http://schemas.microsoft.com/office/drawing/2014/main" id="{5B6BC9CD-A257-8D24-74F1-41699BD96DBA}"/>
              </a:ext>
            </a:extLst>
          </p:cNvPr>
          <p:cNvCxnSpPr>
            <a:cxnSpLocks/>
            <a:endCxn id="12" idx="3"/>
          </p:cNvCxnSpPr>
          <p:nvPr/>
        </p:nvCxnSpPr>
        <p:spPr>
          <a:xfrm flipH="1" flipV="1">
            <a:off x="2884602" y="535563"/>
            <a:ext cx="8942559" cy="56079"/>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E11A92E-19A2-C12B-9424-8F94ED3D534B}"/>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046FB0D-3422-BF71-39D3-7526F7B4049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14</a:t>
            </a:fld>
            <a:endParaRPr lang="en-US" altLang="zh-CN" sz="1400" dirty="0">
              <a:solidFill>
                <a:schemeClr val="bg1"/>
              </a:solidFill>
              <a:latin typeface="微软雅黑" pitchFamily="34" charset="-122"/>
              <a:ea typeface="微软雅黑" pitchFamily="34" charset="-122"/>
            </a:endParaRPr>
          </a:p>
        </p:txBody>
      </p:sp>
      <p:pic>
        <p:nvPicPr>
          <p:cNvPr id="4" name="圖片 3">
            <a:extLst>
              <a:ext uri="{FF2B5EF4-FFF2-40B4-BE49-F238E27FC236}">
                <a16:creationId xmlns:a16="http://schemas.microsoft.com/office/drawing/2014/main" id="{71D151A6-25BD-6BE2-449C-8B3160F5FD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815" y="1450135"/>
            <a:ext cx="11878369" cy="4497501"/>
          </a:xfrm>
          <a:prstGeom prst="rect">
            <a:avLst/>
          </a:prstGeom>
        </p:spPr>
      </p:pic>
      <p:sp>
        <p:nvSpPr>
          <p:cNvPr id="2" name="文字方塊 1">
            <a:extLst>
              <a:ext uri="{FF2B5EF4-FFF2-40B4-BE49-F238E27FC236}">
                <a16:creationId xmlns:a16="http://schemas.microsoft.com/office/drawing/2014/main" id="{2EB015B9-B257-2FF7-0195-639FAF33F514}"/>
              </a:ext>
            </a:extLst>
          </p:cNvPr>
          <p:cNvSpPr txBox="1"/>
          <p:nvPr/>
        </p:nvSpPr>
        <p:spPr>
          <a:xfrm>
            <a:off x="264599" y="5947636"/>
            <a:ext cx="4165929" cy="699038"/>
          </a:xfrm>
          <a:prstGeom prst="rect">
            <a:avLst/>
          </a:prstGeom>
          <a:noFill/>
        </p:spPr>
        <p:txBody>
          <a:bodyPr wrap="square" rtlCol="0">
            <a:spAutoFit/>
          </a:bodyPr>
          <a:lstStyle/>
          <a:p>
            <a:pPr>
              <a:lnSpc>
                <a:spcPct val="150000"/>
              </a:lnSpc>
            </a:pPr>
            <a:r>
              <a:rPr lang="en-US" altLang="zh-TW" sz="1400" b="1" dirty="0">
                <a:latin typeface="微軟正黑體" panose="020B0604030504040204" pitchFamily="34" charset="-120"/>
                <a:ea typeface="微軟正黑體" panose="020B0604030504040204" pitchFamily="34" charset="-120"/>
              </a:rPr>
              <a:t>X</a:t>
            </a:r>
            <a:r>
              <a:rPr lang="zh-TW" altLang="en-US" sz="1400" b="1" dirty="0">
                <a:latin typeface="微軟正黑體" panose="020B0604030504040204" pitchFamily="34" charset="-120"/>
                <a:ea typeface="微軟正黑體" panose="020B0604030504040204" pitchFamily="34" charset="-120"/>
              </a:rPr>
              <a:t>軸 </a:t>
            </a:r>
            <a:r>
              <a:rPr lang="en-US" altLang="zh-TW" sz="1400" b="1"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 </a:t>
            </a:r>
            <a:r>
              <a:rPr lang="en-US" altLang="zh-TW" sz="1400" dirty="0">
                <a:latin typeface="微軟正黑體" panose="020B0604030504040204" pitchFamily="34" charset="-120"/>
                <a:ea typeface="微軟正黑體" panose="020B0604030504040204" pitchFamily="34" charset="-120"/>
              </a:rPr>
              <a:t>NTCP</a:t>
            </a:r>
            <a:r>
              <a:rPr lang="zh-TW" altLang="en-US" sz="1400" dirty="0">
                <a:latin typeface="微軟正黑體" panose="020B0604030504040204" pitchFamily="34" charset="-120"/>
                <a:ea typeface="微軟正黑體" panose="020B0604030504040204" pitchFamily="34" charset="-120"/>
              </a:rPr>
              <a:t>模型預測急性口腔黏膜炎的發生機率</a:t>
            </a:r>
            <a:endParaRPr lang="en-US" altLang="zh-TW" sz="1400" dirty="0">
              <a:latin typeface="微軟正黑體" panose="020B0604030504040204" pitchFamily="34" charset="-120"/>
              <a:ea typeface="微軟正黑體" panose="020B0604030504040204" pitchFamily="34" charset="-120"/>
            </a:endParaRPr>
          </a:p>
          <a:p>
            <a:pPr>
              <a:lnSpc>
                <a:spcPct val="150000"/>
              </a:lnSpc>
            </a:pPr>
            <a:r>
              <a:rPr lang="en-US" altLang="zh-TW" sz="1400" b="1" dirty="0">
                <a:latin typeface="微軟正黑體" panose="020B0604030504040204" pitchFamily="34" charset="-120"/>
                <a:ea typeface="微軟正黑體" panose="020B0604030504040204" pitchFamily="34" charset="-120"/>
              </a:rPr>
              <a:t>Y</a:t>
            </a:r>
            <a:r>
              <a:rPr lang="zh-TW" altLang="en-US" sz="1400" b="1" dirty="0">
                <a:latin typeface="微軟正黑體" panose="020B0604030504040204" pitchFamily="34" charset="-120"/>
                <a:ea typeface="微軟正黑體" panose="020B0604030504040204" pitchFamily="34" charset="-120"/>
              </a:rPr>
              <a:t>軸 </a:t>
            </a:r>
            <a:r>
              <a:rPr lang="en-US" altLang="zh-TW" sz="1400" b="1"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實際觀察到的急性口腔黏膜炎發生機率</a:t>
            </a:r>
            <a:endParaRPr lang="en-US" altLang="zh-TW" sz="1400" dirty="0">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89C912B2-F0D2-DB65-18AE-272CAC13B464}"/>
              </a:ext>
            </a:extLst>
          </p:cNvPr>
          <p:cNvSpPr txBox="1"/>
          <p:nvPr/>
        </p:nvSpPr>
        <p:spPr>
          <a:xfrm>
            <a:off x="4538312" y="5947636"/>
            <a:ext cx="4165929" cy="699038"/>
          </a:xfrm>
          <a:prstGeom prst="rect">
            <a:avLst/>
          </a:prstGeom>
          <a:noFill/>
        </p:spPr>
        <p:txBody>
          <a:bodyPr wrap="square" rtlCol="0">
            <a:spAutoFit/>
          </a:bodyPr>
          <a:lstStyle/>
          <a:p>
            <a:pPr>
              <a:lnSpc>
                <a:spcPct val="150000"/>
              </a:lnSpc>
            </a:pPr>
            <a:r>
              <a:rPr lang="zh-TW" altLang="en-US" sz="1400" b="1" dirty="0">
                <a:latin typeface="微軟正黑體" panose="020B0604030504040204" pitchFamily="34" charset="-120"/>
                <a:ea typeface="微軟正黑體" panose="020B0604030504040204" pitchFamily="34" charset="-120"/>
              </a:rPr>
              <a:t>黑色線</a:t>
            </a:r>
            <a:r>
              <a:rPr lang="en-US" altLang="zh-TW" sz="1400" b="1"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訓練數據計算出的校準曲線</a:t>
            </a:r>
            <a:endParaRPr lang="en-US" altLang="zh-TW" sz="1400" dirty="0">
              <a:latin typeface="微軟正黑體" panose="020B0604030504040204" pitchFamily="34" charset="-120"/>
              <a:ea typeface="微軟正黑體" panose="020B0604030504040204" pitchFamily="34" charset="-120"/>
            </a:endParaRPr>
          </a:p>
          <a:p>
            <a:pPr>
              <a:lnSpc>
                <a:spcPct val="150000"/>
              </a:lnSpc>
            </a:pPr>
            <a:r>
              <a:rPr lang="zh-TW" altLang="en-US" sz="1400" b="1" dirty="0">
                <a:latin typeface="微軟正黑體" panose="020B0604030504040204" pitchFamily="34" charset="-120"/>
                <a:ea typeface="微軟正黑體" panose="020B0604030504040204" pitchFamily="34" charset="-120"/>
              </a:rPr>
              <a:t>黑色虛線 </a:t>
            </a:r>
            <a:r>
              <a:rPr lang="en-US" altLang="zh-TW" sz="1400" b="1"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理想的校準曲線</a:t>
            </a:r>
            <a:endParaRPr lang="en-US" altLang="zh-TW" sz="1400" dirty="0">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5C58358A-64E9-2CC3-86DC-3D095199161F}"/>
              </a:ext>
            </a:extLst>
          </p:cNvPr>
          <p:cNvSpPr txBox="1"/>
          <p:nvPr/>
        </p:nvSpPr>
        <p:spPr>
          <a:xfrm>
            <a:off x="7822136" y="5972918"/>
            <a:ext cx="4165929" cy="700448"/>
          </a:xfrm>
          <a:prstGeom prst="rect">
            <a:avLst/>
          </a:prstGeom>
          <a:noFill/>
        </p:spPr>
        <p:txBody>
          <a:bodyPr wrap="square" rtlCol="0">
            <a:spAutoFit/>
          </a:bodyPr>
          <a:lstStyle/>
          <a:p>
            <a:pPr>
              <a:lnSpc>
                <a:spcPct val="150000"/>
              </a:lnSpc>
            </a:pPr>
            <a:r>
              <a:rPr lang="zh-TW" altLang="en-US" sz="1400" b="1" dirty="0">
                <a:latin typeface="微軟正黑體" panose="020B0604030504040204" pitchFamily="34" charset="-120"/>
                <a:ea typeface="微軟正黑體" panose="020B0604030504040204" pitchFamily="34" charset="-120"/>
              </a:rPr>
              <a:t>紅色線 </a:t>
            </a:r>
            <a:r>
              <a:rPr lang="en-US" altLang="zh-TW" sz="1400" b="1" dirty="0">
                <a:latin typeface="微軟正黑體" panose="020B0604030504040204" pitchFamily="34" charset="-120"/>
                <a:ea typeface="微軟正黑體" panose="020B0604030504040204" pitchFamily="34" charset="-120"/>
              </a:rPr>
              <a:t>:</a:t>
            </a:r>
            <a:r>
              <a:rPr lang="zh-TW" altLang="en-US" sz="14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偏差修正的校準曲線，能更好地反映模型的泛化性能</a:t>
            </a:r>
          </a:p>
        </p:txBody>
      </p:sp>
      <p:sp>
        <p:nvSpPr>
          <p:cNvPr id="32" name="文字方塊 31">
            <a:extLst>
              <a:ext uri="{FF2B5EF4-FFF2-40B4-BE49-F238E27FC236}">
                <a16:creationId xmlns:a16="http://schemas.microsoft.com/office/drawing/2014/main" id="{640D967A-B32C-FEF8-FDCE-EAD076255C89}"/>
              </a:ext>
            </a:extLst>
          </p:cNvPr>
          <p:cNvSpPr txBox="1"/>
          <p:nvPr/>
        </p:nvSpPr>
        <p:spPr>
          <a:xfrm>
            <a:off x="360912" y="997228"/>
            <a:ext cx="5999686" cy="520079"/>
          </a:xfrm>
          <a:prstGeom prst="rect">
            <a:avLst/>
          </a:prstGeom>
          <a:noFill/>
        </p:spPr>
        <p:txBody>
          <a:bodyPr wrap="square">
            <a:spAutoFit/>
          </a:bodyPr>
          <a:lstStyle/>
          <a:p>
            <a:r>
              <a:rPr lang="zh-TW" altLang="en-US" sz="1200" dirty="0">
                <a:latin typeface="微軟正黑體" panose="020B0604030504040204" pitchFamily="34" charset="-120"/>
                <a:ea typeface="微軟正黑體" panose="020B0604030504040204" pitchFamily="34" charset="-120"/>
              </a:rPr>
              <a:t>黑色線幾乎與紅色實線重合，說明模型在訓練數據上的偏差較小，過擬合現象不明顯。</a:t>
            </a:r>
            <a:endParaRPr lang="en-US" altLang="zh-TW" sz="1200" dirty="0">
              <a:latin typeface="微軟正黑體" panose="020B0604030504040204" pitchFamily="34" charset="-120"/>
              <a:ea typeface="微軟正黑體" panose="020B0604030504040204" pitchFamily="34" charset="-120"/>
            </a:endParaRPr>
          </a:p>
          <a:p>
            <a:pPr>
              <a:lnSpc>
                <a:spcPct val="150000"/>
              </a:lnSpc>
            </a:pPr>
            <a:r>
              <a:rPr lang="zh-TW" altLang="en-US" sz="1200" dirty="0">
                <a:latin typeface="微軟正黑體" panose="020B0604030504040204" pitchFamily="34" charset="-120"/>
                <a:ea typeface="微軟正黑體" panose="020B0604030504040204" pitchFamily="34" charset="-120"/>
              </a:rPr>
              <a:t>紅線非常接近理想線，表明模型在訓練數據上的預測能力相當好，校準性非常高。</a:t>
            </a:r>
          </a:p>
        </p:txBody>
      </p:sp>
      <p:sp>
        <p:nvSpPr>
          <p:cNvPr id="34" name="文字方塊 33">
            <a:extLst>
              <a:ext uri="{FF2B5EF4-FFF2-40B4-BE49-F238E27FC236}">
                <a16:creationId xmlns:a16="http://schemas.microsoft.com/office/drawing/2014/main" id="{D6FE905F-FF6B-C378-3652-C0E037509A77}"/>
              </a:ext>
            </a:extLst>
          </p:cNvPr>
          <p:cNvSpPr txBox="1"/>
          <p:nvPr/>
        </p:nvSpPr>
        <p:spPr>
          <a:xfrm>
            <a:off x="6872301" y="910843"/>
            <a:ext cx="4954860" cy="612412"/>
          </a:xfrm>
          <a:prstGeom prst="rect">
            <a:avLst/>
          </a:prstGeom>
          <a:noFill/>
        </p:spPr>
        <p:txBody>
          <a:bodyPr wrap="square">
            <a:spAutoFit/>
          </a:bodyPr>
          <a:lstStyle/>
          <a:p>
            <a:pPr>
              <a:lnSpc>
                <a:spcPct val="150000"/>
              </a:lnSpc>
            </a:pPr>
            <a:r>
              <a:rPr lang="en-US" altLang="zh-TW" sz="1200" dirty="0">
                <a:latin typeface="微軟正黑體" panose="020B0604030504040204" pitchFamily="34" charset="-120"/>
                <a:ea typeface="微軟正黑體" panose="020B0604030504040204" pitchFamily="34" charset="-120"/>
              </a:rPr>
              <a:t>0.6~0.8 </a:t>
            </a:r>
            <a:r>
              <a:rPr lang="zh-TW" altLang="en-US" sz="1200" dirty="0">
                <a:latin typeface="微軟正黑體" panose="020B0604030504040204" pitchFamily="34" charset="-120"/>
                <a:ea typeface="微軟正黑體" panose="020B0604030504040204" pitchFamily="34" charset="-120"/>
              </a:rPr>
              <a:t>的區域，顯示模型的校準能力在未見數據上的表現稍有下降，但整體仍較為接近理想線，說明模型的校準性在驗證組中仍然不錯。</a:t>
            </a:r>
          </a:p>
        </p:txBody>
      </p:sp>
      <p:sp>
        <p:nvSpPr>
          <p:cNvPr id="35" name="文字方塊 34">
            <a:extLst>
              <a:ext uri="{FF2B5EF4-FFF2-40B4-BE49-F238E27FC236}">
                <a16:creationId xmlns:a16="http://schemas.microsoft.com/office/drawing/2014/main" id="{D8524B96-3118-CBEB-9D97-4603DE80F7EA}"/>
              </a:ext>
            </a:extLst>
          </p:cNvPr>
          <p:cNvSpPr txBox="1"/>
          <p:nvPr/>
        </p:nvSpPr>
        <p:spPr>
          <a:xfrm>
            <a:off x="3018175" y="648583"/>
            <a:ext cx="1781666" cy="369332"/>
          </a:xfrm>
          <a:prstGeom prst="rect">
            <a:avLst/>
          </a:prstGeom>
          <a:noFill/>
        </p:spPr>
        <p:txBody>
          <a:bodyPr wrap="square" rtlCol="0">
            <a:spAutoFit/>
          </a:bodyPr>
          <a:lstStyle/>
          <a:p>
            <a:r>
              <a:rPr lang="zh-TW" altLang="en-US" dirty="0">
                <a:solidFill>
                  <a:srgbClr val="FF0000"/>
                </a:solidFill>
              </a:rPr>
              <a:t>訓練集</a:t>
            </a:r>
          </a:p>
        </p:txBody>
      </p:sp>
      <p:sp>
        <p:nvSpPr>
          <p:cNvPr id="36" name="文字方塊 35">
            <a:extLst>
              <a:ext uri="{FF2B5EF4-FFF2-40B4-BE49-F238E27FC236}">
                <a16:creationId xmlns:a16="http://schemas.microsoft.com/office/drawing/2014/main" id="{22F5AFAA-521D-04EF-8E15-B5A426C586B6}"/>
              </a:ext>
            </a:extLst>
          </p:cNvPr>
          <p:cNvSpPr txBox="1"/>
          <p:nvPr/>
        </p:nvSpPr>
        <p:spPr>
          <a:xfrm>
            <a:off x="9092156" y="626491"/>
            <a:ext cx="1781666" cy="369332"/>
          </a:xfrm>
          <a:prstGeom prst="rect">
            <a:avLst/>
          </a:prstGeom>
          <a:noFill/>
        </p:spPr>
        <p:txBody>
          <a:bodyPr wrap="square" rtlCol="0">
            <a:spAutoFit/>
          </a:bodyPr>
          <a:lstStyle/>
          <a:p>
            <a:r>
              <a:rPr lang="zh-TW" altLang="en-US" dirty="0">
                <a:solidFill>
                  <a:srgbClr val="FF0000"/>
                </a:solidFill>
              </a:rPr>
              <a:t>測試集</a:t>
            </a:r>
          </a:p>
        </p:txBody>
      </p:sp>
    </p:spTree>
    <p:extLst>
      <p:ext uri="{BB962C8B-B14F-4D97-AF65-F5344CB8AC3E}">
        <p14:creationId xmlns:p14="http://schemas.microsoft.com/office/powerpoint/2010/main" val="36028211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23842F-6B27-E94E-67D9-18E04D9153B3}"/>
              </a:ext>
            </a:extLst>
          </p:cNvPr>
          <p:cNvSpPr>
            <a:spLocks noGrp="1"/>
          </p:cNvSpPr>
          <p:nvPr>
            <p:ph type="title"/>
          </p:nvPr>
        </p:nvSpPr>
        <p:spPr>
          <a:xfrm>
            <a:off x="4513906" y="2311620"/>
            <a:ext cx="3760961" cy="1325563"/>
          </a:xfrm>
        </p:spPr>
        <p:txBody>
          <a:bodyPr>
            <a:normAutofit/>
          </a:bodyPr>
          <a:lstStyle/>
          <a:p>
            <a:r>
              <a:rPr lang="zh-TW" altLang="en-US" sz="5400" dirty="0"/>
              <a:t>謝謝聆聽</a:t>
            </a:r>
          </a:p>
        </p:txBody>
      </p:sp>
    </p:spTree>
    <p:extLst>
      <p:ext uri="{BB962C8B-B14F-4D97-AF65-F5344CB8AC3E}">
        <p14:creationId xmlns:p14="http://schemas.microsoft.com/office/powerpoint/2010/main" val="2213670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55E55-08D0-FDA3-4343-7197DC7085B2}"/>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90FCAACD-979F-F028-A044-C4CFE656B40F}"/>
              </a:ext>
            </a:extLst>
          </p:cNvPr>
          <p:cNvSpPr txBox="1"/>
          <p:nvPr/>
        </p:nvSpPr>
        <p:spPr>
          <a:xfrm>
            <a:off x="247454" y="831272"/>
            <a:ext cx="10602797" cy="2314864"/>
          </a:xfrm>
          <a:prstGeom prst="rect">
            <a:avLst/>
          </a:prstGeom>
          <a:noFill/>
        </p:spPr>
        <p:txBody>
          <a:bodyPr wrap="square">
            <a:spAutoFit/>
          </a:bodyPr>
          <a:lstStyle/>
          <a:p>
            <a:pPr>
              <a:lnSpc>
                <a:spcPct val="150000"/>
              </a:lnSpc>
            </a:pPr>
            <a:r>
              <a:rPr lang="en-US" altLang="zh-TW" sz="1400" b="1" dirty="0">
                <a:latin typeface="微軟正黑體" panose="020B0604030504040204" pitchFamily="34" charset="-120"/>
                <a:ea typeface="微軟正黑體" panose="020B0604030504040204" pitchFamily="34" charset="-120"/>
              </a:rPr>
              <a:t>3. </a:t>
            </a:r>
            <a:r>
              <a:rPr lang="zh-TW" altLang="en-US" sz="1400" b="1" dirty="0">
                <a:latin typeface="微軟正黑體" panose="020B0604030504040204" pitchFamily="34" charset="-120"/>
                <a:ea typeface="微軟正黑體" panose="020B0604030504040204" pitchFamily="34" charset="-120"/>
              </a:rPr>
              <a:t>校準曲線 </a:t>
            </a:r>
            <a:r>
              <a:rPr lang="en-US" altLang="zh-TW" sz="1400" b="1" dirty="0">
                <a:latin typeface="微軟正黑體" panose="020B0604030504040204" pitchFamily="34" charset="-120"/>
                <a:ea typeface="微軟正黑體" panose="020B0604030504040204" pitchFamily="34" charset="-120"/>
              </a:rPr>
              <a:t>Bias-corrected</a:t>
            </a:r>
            <a:r>
              <a:rPr lang="zh-TW" altLang="en-US" sz="1400" b="1" dirty="0">
                <a:latin typeface="微軟正黑體" panose="020B0604030504040204" pitchFamily="34" charset="-120"/>
                <a:ea typeface="微軟正黑體" panose="020B0604030504040204" pitchFamily="34" charset="-120"/>
              </a:rPr>
              <a:t>（紅線）是怎麼得來的？</a:t>
            </a:r>
          </a:p>
          <a:p>
            <a:pPr>
              <a:lnSpc>
                <a:spcPct val="150000"/>
              </a:lnSpc>
            </a:pPr>
            <a:r>
              <a:rPr lang="zh-TW" altLang="en-US" sz="1400" dirty="0">
                <a:latin typeface="微軟正黑體" panose="020B0604030504040204" pitchFamily="34" charset="-120"/>
                <a:ea typeface="微軟正黑體" panose="020B0604030504040204" pitchFamily="34" charset="-120"/>
              </a:rPr>
              <a:t>校準曲線用於評估模型預測的風險值與實際發生率之間的一致性。為了生成 </a:t>
            </a:r>
            <a:r>
              <a:rPr lang="en-US" altLang="zh-TW" sz="1400" dirty="0">
                <a:latin typeface="微軟正黑體" panose="020B0604030504040204" pitchFamily="34" charset="-120"/>
                <a:ea typeface="微軟正黑體" panose="020B0604030504040204" pitchFamily="34" charset="-120"/>
              </a:rPr>
              <a:t>Bias-corrected</a:t>
            </a:r>
            <a:r>
              <a:rPr lang="zh-TW" altLang="en-US" sz="1400" dirty="0">
                <a:latin typeface="微軟正黑體" panose="020B0604030504040204" pitchFamily="34" charset="-120"/>
                <a:ea typeface="微軟正黑體" panose="020B0604030504040204" pitchFamily="34" charset="-120"/>
              </a:rPr>
              <a:t>（紅線），文章中使用了 </a:t>
            </a:r>
            <a:r>
              <a:rPr lang="en-US" altLang="zh-TW" sz="1400" dirty="0">
                <a:latin typeface="微軟正黑體" panose="020B0604030504040204" pitchFamily="34" charset="-120"/>
                <a:ea typeface="微軟正黑體" panose="020B0604030504040204" pitchFamily="34" charset="-120"/>
              </a:rPr>
              <a:t>bootstrap </a:t>
            </a:r>
            <a:r>
              <a:rPr lang="zh-TW" altLang="en-US" sz="1400" dirty="0">
                <a:latin typeface="微軟正黑體" panose="020B0604030504040204" pitchFamily="34" charset="-120"/>
                <a:ea typeface="微軟正黑體" panose="020B0604030504040204" pitchFamily="34" charset="-120"/>
              </a:rPr>
              <a:t>方法進行過擬合校正。具體步驟包括：</a:t>
            </a:r>
          </a:p>
          <a:p>
            <a:pPr>
              <a:lnSpc>
                <a:spcPct val="150000"/>
              </a:lnSpc>
              <a:buFont typeface="+mj-lt"/>
              <a:buAutoNum type="arabicPeriod"/>
            </a:pPr>
            <a:r>
              <a:rPr lang="zh-TW" altLang="en-US" sz="1400" dirty="0">
                <a:latin typeface="微軟正黑體" panose="020B0604030504040204" pitchFamily="34" charset="-120"/>
                <a:ea typeface="微軟正黑體" panose="020B0604030504040204" pitchFamily="34" charset="-120"/>
              </a:rPr>
              <a:t>使用 </a:t>
            </a:r>
            <a:r>
              <a:rPr lang="en-US" altLang="zh-TW" sz="1400" dirty="0">
                <a:latin typeface="微軟正黑體" panose="020B0604030504040204" pitchFamily="34" charset="-120"/>
                <a:ea typeface="微軟正黑體" panose="020B0604030504040204" pitchFamily="34" charset="-120"/>
              </a:rPr>
              <a:t>bootstrap </a:t>
            </a:r>
            <a:r>
              <a:rPr lang="zh-TW" altLang="en-US" sz="1400" dirty="0">
                <a:latin typeface="微軟正黑體" panose="020B0604030504040204" pitchFamily="34" charset="-120"/>
                <a:ea typeface="微軟正黑體" panose="020B0604030504040204" pitchFamily="34" charset="-120"/>
              </a:rPr>
              <a:t>重抽樣方法從數據集中生成多個樣本子集。</a:t>
            </a:r>
          </a:p>
          <a:p>
            <a:pPr>
              <a:lnSpc>
                <a:spcPct val="150000"/>
              </a:lnSpc>
              <a:buFont typeface="+mj-lt"/>
              <a:buAutoNum type="arabicPeriod"/>
            </a:pPr>
            <a:r>
              <a:rPr lang="zh-TW" altLang="en-US" sz="1400" dirty="0">
                <a:latin typeface="微軟正黑體" panose="020B0604030504040204" pitchFamily="34" charset="-120"/>
                <a:ea typeface="微軟正黑體" panose="020B0604030504040204" pitchFamily="34" charset="-120"/>
              </a:rPr>
              <a:t>在每個子集上計算校準曲線，並估計預測值的偏差。</a:t>
            </a:r>
          </a:p>
          <a:p>
            <a:pPr>
              <a:lnSpc>
                <a:spcPct val="150000"/>
              </a:lnSpc>
              <a:buFont typeface="+mj-lt"/>
              <a:buAutoNum type="arabicPeriod"/>
            </a:pPr>
            <a:r>
              <a:rPr lang="zh-TW" altLang="en-US" sz="1400" dirty="0">
                <a:latin typeface="微軟正黑體" panose="020B0604030504040204" pitchFamily="34" charset="-120"/>
                <a:ea typeface="微軟正黑體" panose="020B0604030504040204" pitchFamily="34" charset="-120"/>
              </a:rPr>
              <a:t>將校準曲線與理想的對角線（即預測值與實際值完全一致的情況）進行比較。</a:t>
            </a:r>
          </a:p>
          <a:p>
            <a:pPr>
              <a:lnSpc>
                <a:spcPct val="150000"/>
              </a:lnSpc>
              <a:buFont typeface="+mj-lt"/>
              <a:buAutoNum type="arabicPeriod"/>
            </a:pPr>
            <a:r>
              <a:rPr lang="zh-TW" altLang="en-US" sz="1400" dirty="0">
                <a:latin typeface="微軟正黑體" panose="020B0604030504040204" pitchFamily="34" charset="-120"/>
                <a:ea typeface="微軟正黑體" panose="020B0604030504040204" pitchFamily="34" charset="-120"/>
              </a:rPr>
              <a:t>經過多次重複抽樣後，得到平均校準曲線，並用紅線表示經過校正的結果。</a:t>
            </a:r>
          </a:p>
        </p:txBody>
      </p:sp>
    </p:spTree>
    <p:extLst>
      <p:ext uri="{BB962C8B-B14F-4D97-AF65-F5344CB8AC3E}">
        <p14:creationId xmlns:p14="http://schemas.microsoft.com/office/powerpoint/2010/main" val="5451571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58441</TotalTime>
  <Words>1690</Words>
  <Application>Microsoft Office PowerPoint</Application>
  <PresentationFormat>寬螢幕</PresentationFormat>
  <Paragraphs>290</Paragraphs>
  <Slides>16</Slides>
  <Notes>14</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16</vt:i4>
      </vt:variant>
    </vt:vector>
  </HeadingPairs>
  <TitlesOfParts>
    <vt:vector size="26" baseType="lpstr">
      <vt:lpstr>ElsevierGulliver</vt:lpstr>
      <vt:lpstr>微软雅黑</vt:lpstr>
      <vt:lpstr>微軟正黑體</vt:lpstr>
      <vt:lpstr>Arial</vt:lpstr>
      <vt:lpstr>Calibri</vt:lpstr>
      <vt:lpstr>Calibri Light</vt:lpstr>
      <vt:lpstr>Cambria Math</vt:lpstr>
      <vt:lpstr>Times New Roman</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謝謝聆聽</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張廷安</dc:creator>
  <cp:lastModifiedBy>M11312030 劉祐誠</cp:lastModifiedBy>
  <cp:revision>1269</cp:revision>
  <dcterms:created xsi:type="dcterms:W3CDTF">2021-08-31T00:13:08Z</dcterms:created>
  <dcterms:modified xsi:type="dcterms:W3CDTF">2025-01-24T05:56:18Z</dcterms:modified>
</cp:coreProperties>
</file>