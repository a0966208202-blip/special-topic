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92" r:id="rId2"/>
    <p:sldId id="657" r:id="rId3"/>
    <p:sldId id="658" r:id="rId4"/>
    <p:sldId id="665" r:id="rId5"/>
    <p:sldId id="666" r:id="rId6"/>
    <p:sldId id="660" r:id="rId7"/>
    <p:sldId id="661" r:id="rId8"/>
    <p:sldId id="662" r:id="rId9"/>
    <p:sldId id="6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廷安 張" initials="廷安" lastIdx="1" clrIdx="0">
    <p:extLst>
      <p:ext uri="{19B8F6BF-5375-455C-9EA6-DF929625EA0E}">
        <p15:presenceInfo xmlns:p15="http://schemas.microsoft.com/office/powerpoint/2012/main" userId="55319b3ea971a31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C1D7"/>
    <a:srgbClr val="3FABC9"/>
    <a:srgbClr val="0000FF"/>
    <a:srgbClr val="FF99CC"/>
    <a:srgbClr val="35A0BD"/>
    <a:srgbClr val="2E75B6"/>
    <a:srgbClr val="FF3300"/>
    <a:srgbClr val="5B9BD5"/>
    <a:srgbClr val="2F5597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3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82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B572E-CF79-4C4C-A82D-2C13A60E0D18}" type="datetimeFigureOut">
              <a:rPr lang="zh-TW" altLang="en-US" smtClean="0"/>
              <a:t>2023/9/18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304F7-8D10-485E-BC6D-5EF96811EF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744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68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7408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458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2702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997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501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499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618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2023/9/18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13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2023/9/18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87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2023/9/18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2546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2023/9/18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0" y="6724651"/>
            <a:ext cx="12192000" cy="133349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70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D3F97-3AC4-43B4-8BBB-AD635F9A6FED}" type="datetimeFigureOut">
              <a:rPr lang="zh-TW" altLang="en-US" smtClean="0"/>
              <a:t>2023/9/18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981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"/>
          <p:cNvSpPr txBox="1"/>
          <p:nvPr/>
        </p:nvSpPr>
        <p:spPr>
          <a:xfrm>
            <a:off x="2327743" y="716692"/>
            <a:ext cx="7536513" cy="830960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4800" b="1" dirty="0">
                <a:ln w="19050">
                  <a:noFill/>
                </a:ln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4800" b="1" dirty="0">
                <a:ln w="19050">
                  <a:noFill/>
                </a:ln>
                <a:solidFill>
                  <a:srgbClr val="44ADC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ediaCore Lab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D59B92E0-9576-D533-5BE2-81ECF2C4FB7B}"/>
              </a:ext>
            </a:extLst>
          </p:cNvPr>
          <p:cNvSpPr txBox="1"/>
          <p:nvPr/>
        </p:nvSpPr>
        <p:spPr>
          <a:xfrm>
            <a:off x="2327742" y="3672182"/>
            <a:ext cx="7536513" cy="2653062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Department of Electrical Engineering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National Yunlin University of Science and Technology</a:t>
            </a:r>
          </a:p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2000" dirty="0">
              <a:ln w="19050">
                <a:noFill/>
              </a:ln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Lecturer : OOO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Advisor : Ting-An Chang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2023.07.27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27742" y="2091222"/>
            <a:ext cx="7536513" cy="646294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3600" b="1" dirty="0">
                <a:ln w="19050">
                  <a:noFill/>
                </a:ln>
                <a:solidFill>
                  <a:srgbClr val="3FABC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 Report</a:t>
            </a:r>
          </a:p>
        </p:txBody>
      </p:sp>
    </p:spTree>
    <p:extLst>
      <p:ext uri="{BB962C8B-B14F-4D97-AF65-F5344CB8AC3E}">
        <p14:creationId xmlns:p14="http://schemas.microsoft.com/office/powerpoint/2010/main" val="282789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17461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Outline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090333" y="616061"/>
            <a:ext cx="881635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2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微軟正黑體" panose="020B0604030504040204" pitchFamily="34" charset="-120"/>
              </a:rPr>
              <a:t>Paper Goal</a:t>
            </a:r>
          </a:p>
          <a:p>
            <a:pPr marL="342900" lvl="1" indent="-34290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微軟正黑體" panose="020B0604030504040204" pitchFamily="34" charset="-120"/>
              </a:rPr>
              <a:t>Introduction</a:t>
            </a:r>
          </a:p>
          <a:p>
            <a:pPr marL="342900" lvl="1" indent="-34290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微軟正黑體" panose="020B0604030504040204" pitchFamily="34" charset="-120"/>
              </a:rPr>
              <a:t>Proposed Methods</a:t>
            </a:r>
          </a:p>
          <a:p>
            <a:pPr marL="342900" lvl="1" indent="-34290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微軟正黑體" panose="020B0604030504040204" pitchFamily="34" charset="-120"/>
              </a:rPr>
              <a:t>Experimental Results</a:t>
            </a:r>
          </a:p>
          <a:p>
            <a:pPr marL="342900" lvl="1" indent="-34290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微軟正黑體" panose="020B0604030504040204" pitchFamily="34" charset="-120"/>
              </a:rPr>
              <a:t>Analysis and Discussions </a:t>
            </a:r>
          </a:p>
          <a:p>
            <a:pPr marL="342900" lvl="1" indent="-34290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微軟正黑體" panose="020B0604030504040204" pitchFamily="34" charset="-120"/>
              </a:rPr>
              <a:t>Conclusions</a:t>
            </a: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微軟正黑體" panose="020B0604030504040204" pitchFamily="34" charset="-12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48541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2542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Paper Goal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886200" y="616061"/>
            <a:ext cx="8020490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3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107962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6" y="354451"/>
            <a:ext cx="27791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Introduction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4123268" y="616061"/>
            <a:ext cx="7783422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4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418148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37612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Proposed Methods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5105400" y="616061"/>
            <a:ext cx="6801290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5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404357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4" y="354451"/>
            <a:ext cx="4209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Experimental Results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5554133" y="616061"/>
            <a:ext cx="6352558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6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57616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48788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Analysis and Discussions 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6223000" y="616061"/>
            <a:ext cx="5683690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7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186100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26267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Conclusions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970867" y="616061"/>
            <a:ext cx="7935824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8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170497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27283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Future Work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4072467" y="616061"/>
            <a:ext cx="7834224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9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357963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34387</TotalTime>
  <Words>94</Words>
  <Application>Microsoft Office PowerPoint</Application>
  <PresentationFormat>寬螢幕</PresentationFormat>
  <Paragraphs>46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微软雅黑</vt:lpstr>
      <vt:lpstr>Arial</vt:lpstr>
      <vt:lpstr>Calibri</vt:lpstr>
      <vt:lpstr>Calibri Light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張廷安</dc:creator>
  <cp:lastModifiedBy>張廷安</cp:lastModifiedBy>
  <cp:revision>1073</cp:revision>
  <dcterms:created xsi:type="dcterms:W3CDTF">2021-08-31T00:13:08Z</dcterms:created>
  <dcterms:modified xsi:type="dcterms:W3CDTF">2023-09-18T08:23:19Z</dcterms:modified>
</cp:coreProperties>
</file>